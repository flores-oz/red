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0" r:id="rId2"/>
  </p:sldMasterIdLst>
  <p:notesMasterIdLst>
    <p:notesMasterId r:id="rId14"/>
  </p:notes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6858000" type="screen4x3"/>
  <p:notesSz cx="6854825" cy="90836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736">
          <p15:clr>
            <a:srgbClr val="000000"/>
          </p15:clr>
        </p15:guide>
        <p15:guide id="2" orient="horz" pos="864">
          <p15:clr>
            <a:srgbClr val="000000"/>
          </p15:clr>
        </p15:guide>
        <p15:guide id="3" pos="2880">
          <p15:clr>
            <a:srgbClr val="000000"/>
          </p15:clr>
        </p15:guide>
      </p15:sldGuideLst>
    </p:ext>
    <p:ext uri="{2D200454-40CA-4A62-9FC3-DE9A4176ACB9}">
      <p15:notesGuideLst xmlns:p15="http://schemas.microsoft.com/office/powerpoint/2012/main">
        <p15:guide id="1" orient="horz" pos="2861">
          <p15:clr>
            <a:srgbClr val="000000"/>
          </p15:clr>
        </p15:guide>
        <p15:guide id="2" pos="2159">
          <p15:clr>
            <a:srgbClr val="000000"/>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jXZMpAsooH5ia3xGqeM4LXGScE5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A1B3A77-38E8-4C3D-A7FD-36CBA68ED3E0}">
  <a:tblStyle styleId="{6A1B3A77-38E8-4C3D-A7FD-36CBA68ED3E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1584" y="84"/>
      </p:cViewPr>
      <p:guideLst>
        <p:guide orient="horz" pos="2736"/>
        <p:guide orient="horz" pos="864"/>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61"/>
        <p:guide pos="215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2" Type="http://schemas.openxmlformats.org/officeDocument/2006/relationships/slideMaster" Target="slideMasters/slideMaster2.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23" Type="http://schemas.openxmlformats.org/officeDocument/2006/relationships/tableStyles" Target="tableStyles.xml"/><Relationship Id="rId10" Type="http://schemas.openxmlformats.org/officeDocument/2006/relationships/slide" Target="slides/slide8.xml"/><Relationship Id="rId19"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p:nvPr/>
        </p:nvSpPr>
        <p:spPr>
          <a:xfrm>
            <a:off x="6111875" y="8410575"/>
            <a:ext cx="439737" cy="2095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4" name="Google Shape;4;n"/>
          <p:cNvSpPr txBox="1"/>
          <p:nvPr/>
        </p:nvSpPr>
        <p:spPr>
          <a:xfrm>
            <a:off x="55562" y="8585200"/>
            <a:ext cx="2562225" cy="342900"/>
          </a:xfrm>
          <a:prstGeom prst="rect">
            <a:avLst/>
          </a:prstGeom>
          <a:noFill/>
          <a:ln>
            <a:noFill/>
          </a:ln>
        </p:spPr>
        <p:txBody>
          <a:bodyPr spcFirstLastPara="1" wrap="square" lIns="93425" tIns="49000" rIns="93425" bIns="490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1" i="0" u="none" strike="noStrike" cap="none">
                <a:solidFill>
                  <a:srgbClr val="000000"/>
                </a:solidFill>
                <a:latin typeface="Arial"/>
                <a:ea typeface="Arial"/>
                <a:cs typeface="Arial"/>
                <a:sym typeface="Arial"/>
              </a:rPr>
              <a:t>© 2001, Cisco Systems, Inc. All rights reserved.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US" sz="800" b="1" i="0" u="none" strike="noStrike" cap="none">
                <a:solidFill>
                  <a:srgbClr val="000000"/>
                </a:solidFill>
                <a:latin typeface="Arial"/>
                <a:ea typeface="Arial"/>
                <a:cs typeface="Arial"/>
                <a:sym typeface="Arial"/>
              </a:rPr>
              <a:t>&lt;Title of Course (ACRO) vX.X&gt;</a:t>
            </a:r>
            <a:endParaRPr sz="1400" b="0" i="0" u="none" strike="noStrike" cap="none">
              <a:solidFill>
                <a:srgbClr val="000000"/>
              </a:solidFill>
              <a:latin typeface="Arial"/>
              <a:ea typeface="Arial"/>
              <a:cs typeface="Arial"/>
              <a:sym typeface="Arial"/>
            </a:endParaRPr>
          </a:p>
        </p:txBody>
      </p:sp>
      <p:cxnSp>
        <p:nvCxnSpPr>
          <p:cNvPr id="5" name="Google Shape;5;n"/>
          <p:cNvCxnSpPr/>
          <p:nvPr/>
        </p:nvCxnSpPr>
        <p:spPr>
          <a:xfrm>
            <a:off x="149225" y="8599487"/>
            <a:ext cx="6503987" cy="0"/>
          </a:xfrm>
          <a:prstGeom prst="straightConnector1">
            <a:avLst/>
          </a:prstGeom>
          <a:noFill/>
          <a:ln w="12700" cap="flat" cmpd="sng">
            <a:solidFill>
              <a:srgbClr val="000000"/>
            </a:solidFill>
            <a:prstDash val="solid"/>
            <a:miter lim="8000"/>
            <a:headEnd type="none" w="sm" len="sm"/>
            <a:tailEnd type="none" w="sm" len="sm"/>
          </a:ln>
        </p:spPr>
      </p:cxnSp>
      <p:sp>
        <p:nvSpPr>
          <p:cNvPr id="6" name="Google Shape;6;n"/>
          <p:cNvSpPr txBox="1">
            <a:spLocks noGrp="1"/>
          </p:cNvSpPr>
          <p:nvPr>
            <p:ph type="sldNum" idx="12"/>
          </p:nvPr>
        </p:nvSpPr>
        <p:spPr>
          <a:xfrm>
            <a:off x="5797550" y="8480425"/>
            <a:ext cx="795337" cy="282575"/>
          </a:xfrm>
          <a:prstGeom prst="rect">
            <a:avLst/>
          </a:prstGeom>
          <a:noFill/>
          <a:ln>
            <a:noFill/>
          </a:ln>
        </p:spPr>
        <p:txBody>
          <a:bodyPr spcFirstLastPara="1" wrap="square" lIns="18375" tIns="0" rIns="18375" bIns="0" anchor="b"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000000"/>
                </a:solidFill>
                <a:latin typeface="Arial"/>
                <a:ea typeface="Arial"/>
                <a:cs typeface="Arial"/>
                <a:sym typeface="Arial"/>
              </a:rPr>
              <a:t>‹Nº›</a:t>
            </a:fld>
            <a:endParaRPr sz="1400" b="0" i="0" u="none" strike="noStrike" cap="none">
              <a:solidFill>
                <a:srgbClr val="000000"/>
              </a:solidFill>
              <a:latin typeface="Arial"/>
              <a:ea typeface="Arial"/>
              <a:cs typeface="Arial"/>
              <a:sym typeface="Arial"/>
            </a:endParaRPr>
          </a:p>
        </p:txBody>
      </p:sp>
      <p:sp>
        <p:nvSpPr>
          <p:cNvPr id="7" name="Google Shape;7;n"/>
          <p:cNvSpPr>
            <a:spLocks noGrp="1" noRot="1" noChangeAspect="1"/>
          </p:cNvSpPr>
          <p:nvPr>
            <p:ph type="sldImg" idx="2"/>
          </p:nvPr>
        </p:nvSpPr>
        <p:spPr>
          <a:xfrm>
            <a:off x="855662" y="239712"/>
            <a:ext cx="5200650" cy="39004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
            <a:headEnd type="none" w="sm" len="sm"/>
            <a:tailEnd type="none" w="sm" len="sm"/>
          </a:ln>
        </p:spPr>
      </p:sp>
      <p:sp>
        <p:nvSpPr>
          <p:cNvPr id="8" name="Google Shape;8;n"/>
          <p:cNvSpPr txBox="1">
            <a:spLocks noGrp="1"/>
          </p:cNvSpPr>
          <p:nvPr>
            <p:ph type="body" idx="1"/>
          </p:nvPr>
        </p:nvSpPr>
        <p:spPr>
          <a:xfrm>
            <a:off x="395287" y="4278312"/>
            <a:ext cx="5986462" cy="4154487"/>
          </a:xfrm>
          <a:prstGeom prst="rect">
            <a:avLst/>
          </a:prstGeom>
          <a:noFill/>
          <a:ln>
            <a:noFill/>
          </a:ln>
        </p:spPr>
        <p:txBody>
          <a:bodyPr spcFirstLastPara="1" wrap="square" lIns="93425" tIns="49000" rIns="93425" bIns="490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1:notes"/>
          <p:cNvSpPr txBox="1"/>
          <p:nvPr/>
        </p:nvSpPr>
        <p:spPr>
          <a:xfrm>
            <a:off x="5797550" y="8480425"/>
            <a:ext cx="795337" cy="282575"/>
          </a:xfrm>
          <a:prstGeom prst="rect">
            <a:avLst/>
          </a:prstGeom>
          <a:noFill/>
          <a:ln>
            <a:noFill/>
          </a:ln>
        </p:spPr>
        <p:txBody>
          <a:bodyPr spcFirstLastPara="1" wrap="square" lIns="18375" tIns="0" rIns="18375" bIns="0" anchor="b"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000000"/>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sp>
        <p:nvSpPr>
          <p:cNvPr id="65" name="Google Shape;65;p1:notes"/>
          <p:cNvSpPr>
            <a:spLocks noGrp="1" noRot="1" noChangeAspect="1"/>
          </p:cNvSpPr>
          <p:nvPr>
            <p:ph type="sldImg" idx="2"/>
          </p:nvPr>
        </p:nvSpPr>
        <p:spPr>
          <a:xfrm>
            <a:off x="858837" y="239712"/>
            <a:ext cx="5199062" cy="3898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 name="Google Shape;66;p1:notes"/>
          <p:cNvSpPr txBox="1">
            <a:spLocks noGrp="1"/>
          </p:cNvSpPr>
          <p:nvPr>
            <p:ph type="body" idx="1"/>
          </p:nvPr>
        </p:nvSpPr>
        <p:spPr>
          <a:xfrm>
            <a:off x="396875" y="4278312"/>
            <a:ext cx="5984875" cy="4156075"/>
          </a:xfrm>
          <a:prstGeom prst="rect">
            <a:avLst/>
          </a:prstGeom>
          <a:noFill/>
          <a:ln>
            <a:noFill/>
          </a:ln>
        </p:spPr>
        <p:txBody>
          <a:bodyPr spcFirstLastPara="1" wrap="square" lIns="93425" tIns="49000" rIns="93425" bIns="490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2:notes"/>
          <p:cNvSpPr txBox="1"/>
          <p:nvPr/>
        </p:nvSpPr>
        <p:spPr>
          <a:xfrm>
            <a:off x="5797550" y="8480425"/>
            <a:ext cx="795337" cy="282575"/>
          </a:xfrm>
          <a:prstGeom prst="rect">
            <a:avLst/>
          </a:prstGeom>
          <a:noFill/>
          <a:ln>
            <a:noFill/>
          </a:ln>
        </p:spPr>
        <p:txBody>
          <a:bodyPr spcFirstLastPara="1" wrap="square" lIns="18375" tIns="0" rIns="18375" bIns="0" anchor="b"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
        <p:nvSpPr>
          <p:cNvPr id="74" name="Google Shape;74;p2:notes"/>
          <p:cNvSpPr>
            <a:spLocks noGrp="1" noRot="1" noChangeAspect="1"/>
          </p:cNvSpPr>
          <p:nvPr>
            <p:ph type="sldImg" idx="2"/>
          </p:nvPr>
        </p:nvSpPr>
        <p:spPr>
          <a:xfrm>
            <a:off x="855663" y="239713"/>
            <a:ext cx="5200650" cy="39004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2:notes"/>
          <p:cNvSpPr txBox="1">
            <a:spLocks noGrp="1"/>
          </p:cNvSpPr>
          <p:nvPr>
            <p:ph type="body" idx="1"/>
          </p:nvPr>
        </p:nvSpPr>
        <p:spPr>
          <a:xfrm>
            <a:off x="395287" y="4278312"/>
            <a:ext cx="5986462" cy="4154487"/>
          </a:xfrm>
          <a:prstGeom prst="rect">
            <a:avLst/>
          </a:prstGeom>
          <a:noFill/>
          <a:ln>
            <a:noFill/>
          </a:ln>
        </p:spPr>
        <p:txBody>
          <a:bodyPr spcFirstLastPara="1" wrap="square" lIns="93425" tIns="49000" rIns="93425" bIns="490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22:notes"/>
          <p:cNvSpPr txBox="1"/>
          <p:nvPr/>
        </p:nvSpPr>
        <p:spPr>
          <a:xfrm>
            <a:off x="5797550" y="8480425"/>
            <a:ext cx="795337" cy="282575"/>
          </a:xfrm>
          <a:prstGeom prst="rect">
            <a:avLst/>
          </a:prstGeom>
          <a:noFill/>
          <a:ln>
            <a:noFill/>
          </a:ln>
        </p:spPr>
        <p:txBody>
          <a:bodyPr spcFirstLastPara="1" wrap="square" lIns="18375" tIns="0" rIns="18375" bIns="0" anchor="b"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
        <p:nvSpPr>
          <p:cNvPr id="81" name="Google Shape;81;p22:notes"/>
          <p:cNvSpPr>
            <a:spLocks noGrp="1" noRot="1" noChangeAspect="1"/>
          </p:cNvSpPr>
          <p:nvPr>
            <p:ph type="sldImg" idx="2"/>
          </p:nvPr>
        </p:nvSpPr>
        <p:spPr>
          <a:xfrm>
            <a:off x="855662" y="239712"/>
            <a:ext cx="5200650" cy="39004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22:notes"/>
          <p:cNvSpPr txBox="1">
            <a:spLocks noGrp="1"/>
          </p:cNvSpPr>
          <p:nvPr>
            <p:ph type="body" idx="1"/>
          </p:nvPr>
        </p:nvSpPr>
        <p:spPr>
          <a:xfrm>
            <a:off x="395287" y="4278312"/>
            <a:ext cx="5986462" cy="4154487"/>
          </a:xfrm>
          <a:prstGeom prst="rect">
            <a:avLst/>
          </a:prstGeom>
          <a:noFill/>
          <a:ln>
            <a:noFill/>
          </a:ln>
        </p:spPr>
        <p:txBody>
          <a:bodyPr spcFirstLastPara="1" wrap="square" lIns="93425" tIns="49000" rIns="93425" bIns="49000" anchor="t" anchorCtr="0">
            <a:noAutofit/>
          </a:bodyPr>
          <a:lstStyle/>
          <a:p>
            <a:pPr marL="0" lvl="0" indent="0" algn="l" rtl="0">
              <a:lnSpc>
                <a:spcPct val="100000"/>
              </a:lnSpc>
              <a:spcBef>
                <a:spcPts val="0"/>
              </a:spcBef>
              <a:spcAft>
                <a:spcPts val="0"/>
              </a:spcAft>
              <a:buSzPts val="1800"/>
              <a:buNone/>
            </a:pPr>
            <a:r>
              <a:rPr lang="en-US"/>
              <a:t>Devices – switches and routers work to see that the message is properly directed from a source to a destination.  See Figure 1-2 and Table 1-1 on pg. 13 in the text.</a:t>
            </a:r>
            <a:endParaRPr/>
          </a:p>
          <a:p>
            <a:pPr marL="0" lvl="0" indent="0" algn="l" rtl="0">
              <a:lnSpc>
                <a:spcPct val="100000"/>
              </a:lnSpc>
              <a:spcBef>
                <a:spcPts val="0"/>
              </a:spcBef>
              <a:spcAft>
                <a:spcPts val="0"/>
              </a:spcAft>
              <a:buSzPts val="1800"/>
              <a:buNone/>
            </a:pPr>
            <a:r>
              <a:rPr lang="en-US"/>
              <a:t>Medium – can be wired or wireless.  Wired medium is copper (Cat 5, Cat 5e, or Cat 6) cable or fiber (multi-mode or single-mode).  Wireless medium uses the atmosphere to send and receive data.  Must have wireless-compatible devices for this to work.</a:t>
            </a:r>
            <a:endParaRPr/>
          </a:p>
          <a:p>
            <a:pPr marL="0" lvl="0" indent="0" algn="l" rtl="0">
              <a:lnSpc>
                <a:spcPct val="100000"/>
              </a:lnSpc>
              <a:spcBef>
                <a:spcPts val="0"/>
              </a:spcBef>
              <a:spcAft>
                <a:spcPts val="0"/>
              </a:spcAft>
              <a:buSzPts val="1800"/>
              <a:buNone/>
            </a:pPr>
            <a:r>
              <a:rPr lang="en-US"/>
              <a:t>Messages – the data or “stuff” being sent from sender to receiver.</a:t>
            </a:r>
            <a:endParaRPr/>
          </a:p>
          <a:p>
            <a:pPr marL="0" lvl="0" indent="0" algn="l" rtl="0">
              <a:lnSpc>
                <a:spcPct val="100000"/>
              </a:lnSpc>
              <a:spcBef>
                <a:spcPts val="0"/>
              </a:spcBef>
              <a:spcAft>
                <a:spcPts val="0"/>
              </a:spcAft>
              <a:buSzPts val="1800"/>
              <a:buNone/>
            </a:pPr>
            <a:r>
              <a:rPr lang="en-US"/>
              <a:t>Rules – aka protocols, and have been standardized by the communications industry so that different hardware and software vendors can communicate.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3:notes"/>
          <p:cNvSpPr txBox="1"/>
          <p:nvPr/>
        </p:nvSpPr>
        <p:spPr>
          <a:xfrm>
            <a:off x="5797550" y="8480425"/>
            <a:ext cx="795337" cy="282575"/>
          </a:xfrm>
          <a:prstGeom prst="rect">
            <a:avLst/>
          </a:prstGeom>
          <a:noFill/>
          <a:ln>
            <a:noFill/>
          </a:ln>
        </p:spPr>
        <p:txBody>
          <a:bodyPr spcFirstLastPara="1" wrap="square" lIns="18375" tIns="0" rIns="18375" bIns="0" anchor="b"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
        <p:nvSpPr>
          <p:cNvPr id="89" name="Google Shape;89;p23:notes"/>
          <p:cNvSpPr>
            <a:spLocks noGrp="1" noRot="1" noChangeAspect="1"/>
          </p:cNvSpPr>
          <p:nvPr>
            <p:ph type="sldImg" idx="2"/>
          </p:nvPr>
        </p:nvSpPr>
        <p:spPr>
          <a:xfrm>
            <a:off x="855662" y="239712"/>
            <a:ext cx="5200650" cy="39004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 name="Google Shape;90;p23:notes"/>
          <p:cNvSpPr txBox="1">
            <a:spLocks noGrp="1"/>
          </p:cNvSpPr>
          <p:nvPr>
            <p:ph type="body" idx="1"/>
          </p:nvPr>
        </p:nvSpPr>
        <p:spPr>
          <a:xfrm>
            <a:off x="395287" y="4278312"/>
            <a:ext cx="5986462" cy="4154487"/>
          </a:xfrm>
          <a:prstGeom prst="rect">
            <a:avLst/>
          </a:prstGeom>
          <a:noFill/>
          <a:ln>
            <a:noFill/>
          </a:ln>
        </p:spPr>
        <p:txBody>
          <a:bodyPr spcFirstLastPara="1" wrap="square" lIns="93425" tIns="49000" rIns="93425" bIns="49000" anchor="t" anchorCtr="0">
            <a:noAutofit/>
          </a:bodyPr>
          <a:lstStyle/>
          <a:p>
            <a:pPr marL="0" lvl="0" indent="0" algn="l" rtl="0">
              <a:lnSpc>
                <a:spcPct val="100000"/>
              </a:lnSpc>
              <a:spcBef>
                <a:spcPts val="0"/>
              </a:spcBef>
              <a:spcAft>
                <a:spcPts val="0"/>
              </a:spcAft>
              <a:buSzPts val="1800"/>
              <a:buNone/>
            </a:pPr>
            <a:r>
              <a:rPr lang="en-US"/>
              <a:t>The term convergence means bringing together different technologies onto one network platform.</a:t>
            </a:r>
            <a:endParaRPr/>
          </a:p>
          <a:p>
            <a:pPr marL="0" lvl="0" indent="0" algn="l" rtl="0">
              <a:lnSpc>
                <a:spcPct val="100000"/>
              </a:lnSpc>
              <a:spcBef>
                <a:spcPts val="0"/>
              </a:spcBef>
              <a:spcAft>
                <a:spcPts val="0"/>
              </a:spcAft>
              <a:buSzPts val="1800"/>
              <a:buNone/>
            </a:pPr>
            <a:r>
              <a:rPr lang="en-US"/>
              <a:t>Convergence occurs when telephones, broadcasts, and computer communications all use the same rules, devices and media to transport messages.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4:notes"/>
          <p:cNvSpPr txBox="1"/>
          <p:nvPr/>
        </p:nvSpPr>
        <p:spPr>
          <a:xfrm>
            <a:off x="5797550" y="8480425"/>
            <a:ext cx="795337" cy="282575"/>
          </a:xfrm>
          <a:prstGeom prst="rect">
            <a:avLst/>
          </a:prstGeom>
          <a:noFill/>
          <a:ln>
            <a:noFill/>
          </a:ln>
        </p:spPr>
        <p:txBody>
          <a:bodyPr spcFirstLastPara="1" wrap="square" lIns="18375" tIns="0" rIns="18375" bIns="0" anchor="b"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
        <p:nvSpPr>
          <p:cNvPr id="98" name="Google Shape;98;p24:notes"/>
          <p:cNvSpPr>
            <a:spLocks noGrp="1" noRot="1" noChangeAspect="1"/>
          </p:cNvSpPr>
          <p:nvPr>
            <p:ph type="sldImg" idx="2"/>
          </p:nvPr>
        </p:nvSpPr>
        <p:spPr>
          <a:xfrm>
            <a:off x="855663" y="239713"/>
            <a:ext cx="5200650" cy="39004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 name="Google Shape;99;p24:notes"/>
          <p:cNvSpPr txBox="1">
            <a:spLocks noGrp="1"/>
          </p:cNvSpPr>
          <p:nvPr>
            <p:ph type="body" idx="1"/>
          </p:nvPr>
        </p:nvSpPr>
        <p:spPr>
          <a:xfrm>
            <a:off x="395287" y="4278312"/>
            <a:ext cx="5986462" cy="4154487"/>
          </a:xfrm>
          <a:prstGeom prst="rect">
            <a:avLst/>
          </a:prstGeom>
          <a:noFill/>
          <a:ln>
            <a:noFill/>
          </a:ln>
        </p:spPr>
        <p:txBody>
          <a:bodyPr spcFirstLastPara="1" wrap="square" lIns="93425" tIns="49000" rIns="93425" bIns="49000" anchor="t" anchorCtr="0">
            <a:noAutofit/>
          </a:bodyPr>
          <a:lstStyle/>
          <a:p>
            <a:pPr marL="0" lvl="0" indent="0" algn="l" rtl="0">
              <a:lnSpc>
                <a:spcPct val="100000"/>
              </a:lnSpc>
              <a:spcBef>
                <a:spcPts val="0"/>
              </a:spcBef>
              <a:spcAft>
                <a:spcPts val="0"/>
              </a:spcAft>
              <a:buSzPts val="1800"/>
              <a:buNone/>
            </a:pPr>
            <a:r>
              <a:rPr lang="en-US"/>
              <a:t>Fault tolerance – Internet will continue to function normally even when some of the networking components fail.  Redundancy, or duplication of equipment and media, is key for fault tolerance.</a:t>
            </a:r>
            <a:endParaRPr/>
          </a:p>
          <a:p>
            <a:pPr marL="0" lvl="0" indent="0" algn="l" rtl="0">
              <a:lnSpc>
                <a:spcPct val="100000"/>
              </a:lnSpc>
              <a:spcBef>
                <a:spcPts val="0"/>
              </a:spcBef>
              <a:spcAft>
                <a:spcPts val="0"/>
              </a:spcAft>
              <a:buSzPts val="1800"/>
              <a:buNone/>
            </a:pPr>
            <a:r>
              <a:rPr lang="en-US"/>
              <a:t>Scalability – describes the network’s ability to grow and react to changes.  Scalable networks accept new users and equipment without having to redesign the entire network.</a:t>
            </a:r>
            <a:endParaRPr/>
          </a:p>
          <a:p>
            <a:pPr marL="0" lvl="0" indent="0" algn="l" rtl="0">
              <a:lnSpc>
                <a:spcPct val="100000"/>
              </a:lnSpc>
              <a:spcBef>
                <a:spcPts val="0"/>
              </a:spcBef>
              <a:spcAft>
                <a:spcPts val="0"/>
              </a:spcAft>
              <a:buSzPts val="1800"/>
              <a:buNone/>
            </a:pPr>
            <a:r>
              <a:rPr lang="en-US"/>
              <a:t>Quality of Service (QoS) – indicates the performance level of services offered throughout the network.  Configuring devices to prioritize types of data is an example of QoS.</a:t>
            </a:r>
            <a:endParaRPr/>
          </a:p>
          <a:p>
            <a:pPr marL="0" lvl="0" indent="0" algn="l" rtl="0">
              <a:lnSpc>
                <a:spcPct val="100000"/>
              </a:lnSpc>
              <a:spcBef>
                <a:spcPts val="0"/>
              </a:spcBef>
              <a:spcAft>
                <a:spcPts val="0"/>
              </a:spcAft>
              <a:buSzPts val="1800"/>
              <a:buNone/>
            </a:pPr>
            <a:r>
              <a:rPr lang="en-US"/>
              <a:t>Security – essential if the public sector is to have confidence when using the Internet.  Encrypted messages and the use of security devices at the default gateway of local networks are methods of implementing security.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5:notes"/>
          <p:cNvSpPr txBox="1"/>
          <p:nvPr/>
        </p:nvSpPr>
        <p:spPr>
          <a:xfrm>
            <a:off x="5797550" y="8480425"/>
            <a:ext cx="795337" cy="282575"/>
          </a:xfrm>
          <a:prstGeom prst="rect">
            <a:avLst/>
          </a:prstGeom>
          <a:noFill/>
          <a:ln>
            <a:noFill/>
          </a:ln>
        </p:spPr>
        <p:txBody>
          <a:bodyPr spcFirstLastPara="1" wrap="square" lIns="18375" tIns="0" rIns="18375" bIns="0" anchor="b"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
        <p:nvSpPr>
          <p:cNvPr id="106" name="Google Shape;106;p25:notes"/>
          <p:cNvSpPr>
            <a:spLocks noGrp="1" noRot="1" noChangeAspect="1"/>
          </p:cNvSpPr>
          <p:nvPr>
            <p:ph type="sldImg" idx="2"/>
          </p:nvPr>
        </p:nvSpPr>
        <p:spPr>
          <a:xfrm>
            <a:off x="855663" y="239713"/>
            <a:ext cx="5200650" cy="39004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7" name="Google Shape;107;p25:notes"/>
          <p:cNvSpPr txBox="1">
            <a:spLocks noGrp="1"/>
          </p:cNvSpPr>
          <p:nvPr>
            <p:ph type="body" idx="1"/>
          </p:nvPr>
        </p:nvSpPr>
        <p:spPr>
          <a:xfrm>
            <a:off x="395287" y="4278312"/>
            <a:ext cx="5986462" cy="4154487"/>
          </a:xfrm>
          <a:prstGeom prst="rect">
            <a:avLst/>
          </a:prstGeom>
          <a:noFill/>
          <a:ln>
            <a:noFill/>
          </a:ln>
        </p:spPr>
        <p:txBody>
          <a:bodyPr spcFirstLastPara="1" wrap="square" lIns="93425" tIns="49000" rIns="93425" bIns="49000" anchor="t" anchorCtr="0">
            <a:noAutofit/>
          </a:bodyPr>
          <a:lstStyle/>
          <a:p>
            <a:pPr marL="0" lvl="0" indent="0" algn="l" rtl="0">
              <a:lnSpc>
                <a:spcPct val="100000"/>
              </a:lnSpc>
              <a:spcBef>
                <a:spcPts val="0"/>
              </a:spcBef>
              <a:spcAft>
                <a:spcPts val="0"/>
              </a:spcAft>
              <a:buSzPts val="1800"/>
              <a:buNone/>
            </a:pPr>
            <a:r>
              <a:rPr lang="en-US"/>
              <a:t>Packet-switched networks allow small blocks of data, packets, to be sent from sender to receiver.  The packets do not have to follow the same path from source to destination.  The reason packet-switched networks are referred to as connectionless networks is because they do not require an active connection for the call to go through.  This allows more users to simultaneously use the network and send and receive data.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f66aed0e54_0_3:notes"/>
          <p:cNvSpPr txBox="1">
            <a:spLocks noGrp="1"/>
          </p:cNvSpPr>
          <p:nvPr>
            <p:ph type="sldNum" idx="12"/>
          </p:nvPr>
        </p:nvSpPr>
        <p:spPr>
          <a:xfrm>
            <a:off x="5797550" y="8480425"/>
            <a:ext cx="795300" cy="282600"/>
          </a:xfrm>
          <a:prstGeom prst="rect">
            <a:avLst/>
          </a:prstGeom>
        </p:spPr>
        <p:txBody>
          <a:bodyPr spcFirstLastPara="1" wrap="square" lIns="18375" tIns="0" rIns="18375" bIns="0" anchor="b" anchorCtr="0">
            <a:noAutofit/>
          </a:bodyPr>
          <a:lstStyle/>
          <a:p>
            <a:pPr marL="0" lvl="0" indent="0" algn="r" rtl="0">
              <a:spcBef>
                <a:spcPts val="0"/>
              </a:spcBef>
              <a:spcAft>
                <a:spcPts val="0"/>
              </a:spcAft>
              <a:buClr>
                <a:srgbClr val="000000"/>
              </a:buClr>
              <a:buSzPts val="800"/>
              <a:buFont typeface="Arial"/>
              <a:buNone/>
            </a:pPr>
            <a:fld id="{00000000-1234-1234-1234-123412341234}" type="slidenum">
              <a:rPr lang="en-US"/>
              <a:t>7</a:t>
            </a:fld>
            <a:endParaRPr sz="1400"/>
          </a:p>
        </p:txBody>
      </p:sp>
      <p:sp>
        <p:nvSpPr>
          <p:cNvPr id="114" name="Google Shape;114;g3f66aed0e54_0_3:notes"/>
          <p:cNvSpPr>
            <a:spLocks noGrp="1" noRot="1" noChangeAspect="1"/>
          </p:cNvSpPr>
          <p:nvPr>
            <p:ph type="sldImg" idx="2"/>
          </p:nvPr>
        </p:nvSpPr>
        <p:spPr>
          <a:xfrm>
            <a:off x="855662" y="239712"/>
            <a:ext cx="5200800" cy="3900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f66aed0e54_0_3:notes"/>
          <p:cNvSpPr txBox="1">
            <a:spLocks noGrp="1"/>
          </p:cNvSpPr>
          <p:nvPr>
            <p:ph type="body" idx="1"/>
          </p:nvPr>
        </p:nvSpPr>
        <p:spPr>
          <a:xfrm>
            <a:off x="395287" y="4278312"/>
            <a:ext cx="5986500" cy="4154400"/>
          </a:xfrm>
          <a:prstGeom prst="rect">
            <a:avLst/>
          </a:prstGeom>
        </p:spPr>
        <p:txBody>
          <a:bodyPr spcFirstLastPara="1" wrap="square" lIns="93425" tIns="49000" rIns="93425" bIns="490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26:notes"/>
          <p:cNvSpPr txBox="1"/>
          <p:nvPr/>
        </p:nvSpPr>
        <p:spPr>
          <a:xfrm>
            <a:off x="5797550" y="8480425"/>
            <a:ext cx="795337" cy="282575"/>
          </a:xfrm>
          <a:prstGeom prst="rect">
            <a:avLst/>
          </a:prstGeom>
          <a:noFill/>
          <a:ln>
            <a:noFill/>
          </a:ln>
        </p:spPr>
        <p:txBody>
          <a:bodyPr spcFirstLastPara="1" wrap="square" lIns="18375" tIns="0" rIns="18375" bIns="0" anchor="b"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
        <p:nvSpPr>
          <p:cNvPr id="122" name="Google Shape;122;p26:notes"/>
          <p:cNvSpPr>
            <a:spLocks noGrp="1" noRot="1" noChangeAspect="1"/>
          </p:cNvSpPr>
          <p:nvPr>
            <p:ph type="sldImg" idx="2"/>
          </p:nvPr>
        </p:nvSpPr>
        <p:spPr>
          <a:xfrm>
            <a:off x="855663" y="239713"/>
            <a:ext cx="5200650" cy="39004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3" name="Google Shape;123;p26:notes"/>
          <p:cNvSpPr txBox="1">
            <a:spLocks noGrp="1"/>
          </p:cNvSpPr>
          <p:nvPr>
            <p:ph type="body" idx="1"/>
          </p:nvPr>
        </p:nvSpPr>
        <p:spPr>
          <a:xfrm>
            <a:off x="395287" y="4278312"/>
            <a:ext cx="5986462" cy="4154487"/>
          </a:xfrm>
          <a:prstGeom prst="rect">
            <a:avLst/>
          </a:prstGeom>
          <a:noFill/>
          <a:ln>
            <a:noFill/>
          </a:ln>
        </p:spPr>
        <p:txBody>
          <a:bodyPr spcFirstLastPara="1" wrap="square" lIns="93425" tIns="49000" rIns="93425" bIns="49000" anchor="t" anchorCtr="0">
            <a:noAutofit/>
          </a:bodyPr>
          <a:lstStyle/>
          <a:p>
            <a:pPr marL="0" lvl="0" indent="0" algn="l" rtl="0">
              <a:lnSpc>
                <a:spcPct val="100000"/>
              </a:lnSpc>
              <a:spcBef>
                <a:spcPts val="0"/>
              </a:spcBef>
              <a:spcAft>
                <a:spcPts val="0"/>
              </a:spcAft>
              <a:buSzPts val="1800"/>
              <a:buNone/>
            </a:pPr>
            <a:r>
              <a:rPr lang="en-US"/>
              <a:t>QoS refers to the mechanisms that manage congested network traffic.  Congestion occurs when the demand on the network resources exceeds the available capacity.</a:t>
            </a:r>
            <a:endParaRPr/>
          </a:p>
          <a:p>
            <a:pPr marL="0" lvl="0" indent="0" algn="l" rtl="0">
              <a:lnSpc>
                <a:spcPct val="100000"/>
              </a:lnSpc>
              <a:spcBef>
                <a:spcPts val="0"/>
              </a:spcBef>
              <a:spcAft>
                <a:spcPts val="0"/>
              </a:spcAft>
              <a:buSzPts val="1800"/>
              <a:buNone/>
            </a:pPr>
            <a:r>
              <a:rPr lang="en-US"/>
              <a:t>Using QoS, a manager can choose which traffic gets priority for processing in the network.</a:t>
            </a:r>
            <a:endParaRPr/>
          </a:p>
          <a:p>
            <a:pPr marL="0" lvl="0" indent="0" algn="l" rtl="0">
              <a:lnSpc>
                <a:spcPct val="100000"/>
              </a:lnSpc>
              <a:spcBef>
                <a:spcPts val="0"/>
              </a:spcBef>
              <a:spcAft>
                <a:spcPts val="0"/>
              </a:spcAft>
              <a:buSzPts val="1800"/>
              <a:buNone/>
            </a:pPr>
            <a:r>
              <a:rPr lang="en-US"/>
              <a:t>Examples of priority decisions include:</a:t>
            </a:r>
            <a:endParaRPr/>
          </a:p>
          <a:p>
            <a:pPr marL="0" lvl="1" indent="0" algn="l" rtl="0">
              <a:lnSpc>
                <a:spcPct val="100000"/>
              </a:lnSpc>
              <a:spcBef>
                <a:spcPts val="0"/>
              </a:spcBef>
              <a:spcAft>
                <a:spcPts val="0"/>
              </a:spcAft>
              <a:buSzPts val="1800"/>
              <a:buNone/>
            </a:pPr>
            <a:r>
              <a:rPr lang="en-US"/>
              <a:t>Time-sensitive communication – increase priority for telephony and video distribution</a:t>
            </a:r>
            <a:endParaRPr/>
          </a:p>
          <a:p>
            <a:pPr marL="0" lvl="1" indent="0" algn="l" rtl="0">
              <a:lnSpc>
                <a:spcPct val="100000"/>
              </a:lnSpc>
              <a:spcBef>
                <a:spcPts val="0"/>
              </a:spcBef>
              <a:spcAft>
                <a:spcPts val="0"/>
              </a:spcAft>
              <a:buSzPts val="1800"/>
              <a:buNone/>
            </a:pPr>
            <a:r>
              <a:rPr lang="en-US"/>
              <a:t>Non-time-sensitive communication – decrease priority for email or web page retrieval</a:t>
            </a:r>
            <a:endParaRPr/>
          </a:p>
          <a:p>
            <a:pPr marL="0" lvl="1" indent="0" algn="l" rtl="0">
              <a:lnSpc>
                <a:spcPct val="100000"/>
              </a:lnSpc>
              <a:spcBef>
                <a:spcPts val="0"/>
              </a:spcBef>
              <a:spcAft>
                <a:spcPts val="0"/>
              </a:spcAft>
              <a:buSzPts val="1800"/>
              <a:buNone/>
            </a:pPr>
            <a:r>
              <a:rPr lang="en-US"/>
              <a:t>High importance – increase priority for production control or business transaction data</a:t>
            </a:r>
            <a:endParaRPr/>
          </a:p>
          <a:p>
            <a:pPr marL="0" lvl="1" indent="0" algn="l" rtl="0">
              <a:lnSpc>
                <a:spcPct val="100000"/>
              </a:lnSpc>
              <a:spcBef>
                <a:spcPts val="0"/>
              </a:spcBef>
              <a:spcAft>
                <a:spcPts val="0"/>
              </a:spcAft>
              <a:buSzPts val="1800"/>
              <a:buNone/>
            </a:pPr>
            <a:r>
              <a:rPr lang="en-US"/>
              <a:t>Undesirable communication – decrease or block unwanted activity or data</a:t>
            </a:r>
            <a:endParaRPr/>
          </a:p>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27:notes"/>
          <p:cNvSpPr txBox="1"/>
          <p:nvPr/>
        </p:nvSpPr>
        <p:spPr>
          <a:xfrm>
            <a:off x="5797550" y="8480425"/>
            <a:ext cx="795337" cy="282575"/>
          </a:xfrm>
          <a:prstGeom prst="rect">
            <a:avLst/>
          </a:prstGeom>
          <a:noFill/>
          <a:ln>
            <a:noFill/>
          </a:ln>
        </p:spPr>
        <p:txBody>
          <a:bodyPr spcFirstLastPara="1" wrap="square" lIns="18375" tIns="0" rIns="18375" bIns="0" anchor="b"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
        <p:nvSpPr>
          <p:cNvPr id="130" name="Google Shape;130;p27:notes"/>
          <p:cNvSpPr>
            <a:spLocks noGrp="1" noRot="1" noChangeAspect="1"/>
          </p:cNvSpPr>
          <p:nvPr>
            <p:ph type="sldImg" idx="2"/>
          </p:nvPr>
        </p:nvSpPr>
        <p:spPr>
          <a:xfrm>
            <a:off x="855663" y="239713"/>
            <a:ext cx="5200650" cy="39004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1" name="Google Shape;131;p27:notes"/>
          <p:cNvSpPr txBox="1">
            <a:spLocks noGrp="1"/>
          </p:cNvSpPr>
          <p:nvPr>
            <p:ph type="body" idx="1"/>
          </p:nvPr>
        </p:nvSpPr>
        <p:spPr>
          <a:xfrm>
            <a:off x="395287" y="4278312"/>
            <a:ext cx="5986462" cy="4154487"/>
          </a:xfrm>
          <a:prstGeom prst="rect">
            <a:avLst/>
          </a:prstGeom>
          <a:noFill/>
          <a:ln>
            <a:noFill/>
          </a:ln>
        </p:spPr>
        <p:txBody>
          <a:bodyPr spcFirstLastPara="1" wrap="square" lIns="93425" tIns="49000" rIns="93425" bIns="49000" anchor="t" anchorCtr="0">
            <a:noAutofit/>
          </a:bodyPr>
          <a:lstStyle/>
          <a:p>
            <a:pPr marL="0" lvl="0" indent="0" algn="l" rtl="0">
              <a:lnSpc>
                <a:spcPct val="100000"/>
              </a:lnSpc>
              <a:spcBef>
                <a:spcPts val="0"/>
              </a:spcBef>
              <a:spcAft>
                <a:spcPts val="0"/>
              </a:spcAft>
              <a:buSzPts val="1800"/>
              <a:buNone/>
            </a:pPr>
            <a:r>
              <a:rPr lang="en-US"/>
              <a:t>Providing security for networks is a must if you want to stay in business.</a:t>
            </a:r>
            <a:endParaRPr/>
          </a:p>
          <a:p>
            <a:pPr marL="0" lvl="0" indent="0" algn="l" rtl="0">
              <a:lnSpc>
                <a:spcPct val="100000"/>
              </a:lnSpc>
              <a:spcBef>
                <a:spcPts val="0"/>
              </a:spcBef>
              <a:spcAft>
                <a:spcPts val="0"/>
              </a:spcAft>
              <a:buSzPts val="1800"/>
              <a:buNone/>
            </a:pPr>
            <a:r>
              <a:rPr lang="en-US"/>
              <a:t>When providing security, a network manager must address two areas:</a:t>
            </a:r>
            <a:endParaRPr/>
          </a:p>
          <a:p>
            <a:pPr marL="0" lvl="1" indent="0" algn="l" rtl="0">
              <a:lnSpc>
                <a:spcPct val="100000"/>
              </a:lnSpc>
              <a:spcBef>
                <a:spcPts val="0"/>
              </a:spcBef>
              <a:spcAft>
                <a:spcPts val="0"/>
              </a:spcAft>
              <a:buSzPts val="1800"/>
              <a:buNone/>
            </a:pPr>
            <a:r>
              <a:rPr lang="en-US"/>
              <a:t>Network infrastructure security – protecting the devices from outside contact</a:t>
            </a:r>
            <a:endParaRPr/>
          </a:p>
          <a:p>
            <a:pPr marL="0" lvl="1" indent="0" algn="l" rtl="0">
              <a:lnSpc>
                <a:spcPct val="100000"/>
              </a:lnSpc>
              <a:spcBef>
                <a:spcPts val="0"/>
              </a:spcBef>
              <a:spcAft>
                <a:spcPts val="0"/>
              </a:spcAft>
              <a:buSzPts val="1800"/>
              <a:buNone/>
            </a:pPr>
            <a:r>
              <a:rPr lang="en-US"/>
              <a:t>Content security – protecting the data that’s stored on network devices as well as protecting the packets that carry data over the network.</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28:notes"/>
          <p:cNvSpPr txBox="1"/>
          <p:nvPr/>
        </p:nvSpPr>
        <p:spPr>
          <a:xfrm>
            <a:off x="5797550" y="8480425"/>
            <a:ext cx="795337" cy="282575"/>
          </a:xfrm>
          <a:prstGeom prst="rect">
            <a:avLst/>
          </a:prstGeom>
          <a:noFill/>
          <a:ln>
            <a:noFill/>
          </a:ln>
        </p:spPr>
        <p:txBody>
          <a:bodyPr spcFirstLastPara="1" wrap="square" lIns="18375" tIns="0" rIns="18375" bIns="0" anchor="b"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
        <p:nvSpPr>
          <p:cNvPr id="138" name="Google Shape;138;p28:notes"/>
          <p:cNvSpPr>
            <a:spLocks noGrp="1" noRot="1" noChangeAspect="1"/>
          </p:cNvSpPr>
          <p:nvPr>
            <p:ph type="sldImg" idx="2"/>
          </p:nvPr>
        </p:nvSpPr>
        <p:spPr>
          <a:xfrm>
            <a:off x="855662" y="239712"/>
            <a:ext cx="5200650" cy="39004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 name="Google Shape;139;p28:notes"/>
          <p:cNvSpPr txBox="1">
            <a:spLocks noGrp="1"/>
          </p:cNvSpPr>
          <p:nvPr>
            <p:ph type="body" idx="1"/>
          </p:nvPr>
        </p:nvSpPr>
        <p:spPr>
          <a:xfrm>
            <a:off x="395287" y="4278312"/>
            <a:ext cx="5986462" cy="4154487"/>
          </a:xfrm>
          <a:prstGeom prst="rect">
            <a:avLst/>
          </a:prstGeom>
          <a:noFill/>
          <a:ln>
            <a:noFill/>
          </a:ln>
        </p:spPr>
        <p:txBody>
          <a:bodyPr spcFirstLastPara="1" wrap="square" lIns="93425" tIns="49000" rIns="93425" bIns="49000" anchor="t" anchorCtr="0">
            <a:noAutofit/>
          </a:bodyPr>
          <a:lstStyle/>
          <a:p>
            <a:pPr marL="0" lvl="0" indent="0" algn="l" rtl="0">
              <a:lnSpc>
                <a:spcPct val="100000"/>
              </a:lnSpc>
              <a:spcBef>
                <a:spcPts val="0"/>
              </a:spcBef>
              <a:spcAft>
                <a:spcPts val="0"/>
              </a:spcAft>
              <a:buSzPts val="1800"/>
              <a:buNone/>
            </a:pPr>
            <a:r>
              <a:rPr lang="en-US"/>
              <a:t>Authentication – enforcing passwords, or passphrases that are difficult to guess and requiring users to change their passwords/passphrases frequently.</a:t>
            </a:r>
            <a:endParaRPr/>
          </a:p>
          <a:p>
            <a:pPr marL="0" lvl="0" indent="0" algn="l" rtl="0">
              <a:lnSpc>
                <a:spcPct val="100000"/>
              </a:lnSpc>
              <a:spcBef>
                <a:spcPts val="0"/>
              </a:spcBef>
              <a:spcAft>
                <a:spcPts val="0"/>
              </a:spcAft>
              <a:buSzPts val="1800"/>
              <a:buNone/>
            </a:pPr>
            <a:r>
              <a:rPr lang="en-US"/>
              <a:t>Encryption – ensures confidentiality and minimizes unauthorized access or theft of information.</a:t>
            </a:r>
            <a:endParaRPr/>
          </a:p>
          <a:p>
            <a:pPr marL="0" lvl="0" indent="0" algn="l" rtl="0">
              <a:lnSpc>
                <a:spcPct val="100000"/>
              </a:lnSpc>
              <a:spcBef>
                <a:spcPts val="0"/>
              </a:spcBef>
              <a:spcAft>
                <a:spcPts val="0"/>
              </a:spcAft>
              <a:buSzPts val="1800"/>
              <a:buNone/>
            </a:pPr>
            <a:r>
              <a:rPr lang="en-US"/>
              <a:t>Digital signatures – hashing algorithms and checksum mechanisms provide source and data integrity across a network.</a:t>
            </a:r>
            <a:endParaRPr/>
          </a:p>
          <a:p>
            <a:pPr marL="0" lvl="0" indent="0" algn="l" rtl="0">
              <a:lnSpc>
                <a:spcPct val="100000"/>
              </a:lnSpc>
              <a:spcBef>
                <a:spcPts val="0"/>
              </a:spcBef>
              <a:spcAft>
                <a:spcPts val="0"/>
              </a:spcAft>
              <a:buSzPts val="1800"/>
              <a:buNone/>
            </a:pPr>
            <a:r>
              <a:rPr lang="en-US"/>
              <a:t>Firewalls – routers and servers that are network gatekeepers that analyze traffic entering and exiting a network.</a:t>
            </a:r>
            <a:endParaRPr/>
          </a:p>
          <a:p>
            <a:pPr marL="0" lvl="0" indent="0" algn="l" rtl="0">
              <a:lnSpc>
                <a:spcPct val="100000"/>
              </a:lnSpc>
              <a:spcBef>
                <a:spcPts val="0"/>
              </a:spcBef>
              <a:spcAft>
                <a:spcPts val="0"/>
              </a:spcAft>
              <a:buSzPts val="1800"/>
              <a:buNone/>
            </a:pPr>
            <a:r>
              <a:rPr lang="en-US"/>
              <a:t>Redundant network architecture – having backup devices and software programs available in case a main device fails.</a:t>
            </a:r>
            <a:endParaRPr/>
          </a:p>
          <a:p>
            <a:pPr marL="0" lvl="0" indent="0" algn="l" rtl="0">
              <a:lnSpc>
                <a:spcPct val="100000"/>
              </a:lnSpc>
              <a:spcBef>
                <a:spcPts val="0"/>
              </a:spcBef>
              <a:spcAft>
                <a:spcPts val="0"/>
              </a:spcAft>
              <a:buSzPts val="1800"/>
              <a:buNone/>
            </a:pPr>
            <a:r>
              <a:rPr lang="en-US"/>
              <a:t>Hardware without a single point of failure – relies on the redundant network architecture.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f66aed0e54_0_10:notes"/>
          <p:cNvSpPr txBox="1">
            <a:spLocks noGrp="1"/>
          </p:cNvSpPr>
          <p:nvPr>
            <p:ph type="sldNum" idx="12"/>
          </p:nvPr>
        </p:nvSpPr>
        <p:spPr>
          <a:xfrm>
            <a:off x="5797550" y="8480425"/>
            <a:ext cx="795300" cy="282600"/>
          </a:xfrm>
          <a:prstGeom prst="rect">
            <a:avLst/>
          </a:prstGeom>
        </p:spPr>
        <p:txBody>
          <a:bodyPr spcFirstLastPara="1" wrap="square" lIns="18375" tIns="0" rIns="18375" bIns="0" anchor="b" anchorCtr="0">
            <a:noAutofit/>
          </a:bodyPr>
          <a:lstStyle/>
          <a:p>
            <a:pPr marL="0" lvl="0" indent="0" algn="r" rtl="0">
              <a:spcBef>
                <a:spcPts val="0"/>
              </a:spcBef>
              <a:spcAft>
                <a:spcPts val="0"/>
              </a:spcAft>
              <a:buClr>
                <a:srgbClr val="000000"/>
              </a:buClr>
              <a:buSzPts val="800"/>
              <a:buFont typeface="Arial"/>
              <a:buNone/>
            </a:pPr>
            <a:fld id="{00000000-1234-1234-1234-123412341234}" type="slidenum">
              <a:rPr lang="en-US"/>
              <a:t>11</a:t>
            </a:fld>
            <a:endParaRPr sz="1400"/>
          </a:p>
        </p:txBody>
      </p:sp>
      <p:sp>
        <p:nvSpPr>
          <p:cNvPr id="146" name="Google Shape;146;g3f66aed0e54_0_10:notes"/>
          <p:cNvSpPr>
            <a:spLocks noGrp="1" noRot="1" noChangeAspect="1"/>
          </p:cNvSpPr>
          <p:nvPr>
            <p:ph type="sldImg" idx="2"/>
          </p:nvPr>
        </p:nvSpPr>
        <p:spPr>
          <a:xfrm>
            <a:off x="855662" y="239712"/>
            <a:ext cx="5200800" cy="3900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f66aed0e54_0_10:notes"/>
          <p:cNvSpPr txBox="1">
            <a:spLocks noGrp="1"/>
          </p:cNvSpPr>
          <p:nvPr>
            <p:ph type="body" idx="1"/>
          </p:nvPr>
        </p:nvSpPr>
        <p:spPr>
          <a:xfrm>
            <a:off x="395287" y="4278312"/>
            <a:ext cx="5986500" cy="4154400"/>
          </a:xfrm>
          <a:prstGeom prst="rect">
            <a:avLst/>
          </a:prstGeom>
        </p:spPr>
        <p:txBody>
          <a:bodyPr spcFirstLastPara="1" wrap="square" lIns="93425" tIns="49000" rIns="93425" bIns="490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0"/>
          <p:cNvSpPr txBox="1">
            <a:spLocks noGrp="1"/>
          </p:cNvSpPr>
          <p:nvPr>
            <p:ph type="ctrTitle"/>
          </p:nvPr>
        </p:nvSpPr>
        <p:spPr>
          <a:xfrm>
            <a:off x="311150" y="2671763"/>
            <a:ext cx="3768725" cy="830262"/>
          </a:xfrm>
          <a:prstGeom prst="rect">
            <a:avLst/>
          </a:prstGeom>
          <a:noFill/>
          <a:ln>
            <a:noFill/>
          </a:ln>
        </p:spPr>
        <p:txBody>
          <a:bodyPr spcFirstLastPara="1" wrap="square" lIns="82100" tIns="41050" rIns="82100" bIns="41050" anchor="ctr" anchorCtr="0">
            <a:noAutofit/>
          </a:bodyPr>
          <a:lstStyle>
            <a:lvl1pPr lvl="0" algn="l">
              <a:lnSpc>
                <a:spcPct val="90000"/>
              </a:lnSpc>
              <a:spcBef>
                <a:spcPts val="0"/>
              </a:spcBef>
              <a:spcAft>
                <a:spcPts val="0"/>
              </a:spcAft>
              <a:buSzPts val="1400"/>
              <a:buNone/>
              <a:defRPr sz="3000" b="0">
                <a:solidFill>
                  <a:srgbClr val="FFFFFF"/>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1" name="Google Shape;21;p30"/>
          <p:cNvSpPr txBox="1">
            <a:spLocks noGrp="1"/>
          </p:cNvSpPr>
          <p:nvPr>
            <p:ph type="subTitle" idx="1"/>
          </p:nvPr>
        </p:nvSpPr>
        <p:spPr>
          <a:xfrm>
            <a:off x="311150" y="4672013"/>
            <a:ext cx="4103688" cy="658812"/>
          </a:xfrm>
          <a:prstGeom prst="rect">
            <a:avLst/>
          </a:prstGeom>
          <a:noFill/>
          <a:ln>
            <a:noFill/>
          </a:ln>
        </p:spPr>
        <p:txBody>
          <a:bodyPr spcFirstLastPara="1" wrap="square" lIns="82100" tIns="41050" rIns="82100" bIns="41050" anchor="t" anchorCtr="0">
            <a:noAutofit/>
          </a:bodyPr>
          <a:lstStyle>
            <a:lvl1pPr lvl="0" algn="l">
              <a:lnSpc>
                <a:spcPct val="90000"/>
              </a:lnSpc>
              <a:spcBef>
                <a:spcPts val="1000"/>
              </a:spcBef>
              <a:spcAft>
                <a:spcPts val="0"/>
              </a:spcAft>
              <a:buSzPts val="2000"/>
              <a:buFont typeface="Noto Sans Symbols"/>
              <a:buNone/>
              <a:defRPr sz="2000" b="1">
                <a:solidFill>
                  <a:schemeClr val="lt2"/>
                </a:solidFill>
              </a:defRPr>
            </a:lvl1pPr>
            <a:lvl2pPr lvl="1" algn="l">
              <a:lnSpc>
                <a:spcPct val="95000"/>
              </a:lnSpc>
              <a:spcBef>
                <a:spcPts val="630"/>
              </a:spcBef>
              <a:spcAft>
                <a:spcPts val="0"/>
              </a:spcAft>
              <a:buSzPts val="1400"/>
              <a:buNone/>
              <a:defRPr/>
            </a:lvl2pPr>
            <a:lvl3pPr lvl="2" algn="l">
              <a:lnSpc>
                <a:spcPct val="95000"/>
              </a:lnSpc>
              <a:spcBef>
                <a:spcPts val="630"/>
              </a:spcBef>
              <a:spcAft>
                <a:spcPts val="0"/>
              </a:spcAft>
              <a:buSzPts val="1400"/>
              <a:buNone/>
              <a:defRPr/>
            </a:lvl3pPr>
            <a:lvl4pPr lvl="3" algn="l">
              <a:lnSpc>
                <a:spcPct val="95000"/>
              </a:lnSpc>
              <a:spcBef>
                <a:spcPts val="630"/>
              </a:spcBef>
              <a:spcAft>
                <a:spcPts val="0"/>
              </a:spcAft>
              <a:buSzPts val="1400"/>
              <a:buNone/>
              <a:defRPr/>
            </a:lvl4pPr>
            <a:lvl5pPr lvl="4" algn="l">
              <a:lnSpc>
                <a:spcPct val="95000"/>
              </a:lnSpc>
              <a:spcBef>
                <a:spcPts val="630"/>
              </a:spcBef>
              <a:spcAft>
                <a:spcPts val="0"/>
              </a:spcAft>
              <a:buSzPts val="1400"/>
              <a:buNone/>
              <a:defRPr/>
            </a:lvl5pPr>
            <a:lvl6pPr lvl="5" algn="l">
              <a:lnSpc>
                <a:spcPct val="95000"/>
              </a:lnSpc>
              <a:spcBef>
                <a:spcPts val="630"/>
              </a:spcBef>
              <a:spcAft>
                <a:spcPts val="0"/>
              </a:spcAft>
              <a:buSzPts val="1400"/>
              <a:buNone/>
              <a:defRPr/>
            </a:lvl6pPr>
            <a:lvl7pPr lvl="6" algn="l">
              <a:lnSpc>
                <a:spcPct val="95000"/>
              </a:lnSpc>
              <a:spcBef>
                <a:spcPts val="630"/>
              </a:spcBef>
              <a:spcAft>
                <a:spcPts val="0"/>
              </a:spcAft>
              <a:buSzPts val="1400"/>
              <a:buNone/>
              <a:defRPr/>
            </a:lvl7pPr>
            <a:lvl8pPr lvl="7" algn="l">
              <a:lnSpc>
                <a:spcPct val="95000"/>
              </a:lnSpc>
              <a:spcBef>
                <a:spcPts val="630"/>
              </a:spcBef>
              <a:spcAft>
                <a:spcPts val="0"/>
              </a:spcAft>
              <a:buSzPts val="1400"/>
              <a:buNone/>
              <a:defRPr/>
            </a:lvl8pPr>
            <a:lvl9pPr lvl="8" algn="l">
              <a:lnSpc>
                <a:spcPct val="95000"/>
              </a:lnSpc>
              <a:spcBef>
                <a:spcPts val="63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32"/>
          <p:cNvSpPr txBox="1">
            <a:spLocks noGrp="1"/>
          </p:cNvSpPr>
          <p:nvPr>
            <p:ph type="title"/>
          </p:nvPr>
        </p:nvSpPr>
        <p:spPr>
          <a:xfrm>
            <a:off x="655637" y="627062"/>
            <a:ext cx="8145462" cy="838200"/>
          </a:xfrm>
          <a:prstGeom prst="rect">
            <a:avLst/>
          </a:prstGeom>
          <a:noFill/>
          <a:ln>
            <a:noFill/>
          </a:ln>
        </p:spPr>
        <p:txBody>
          <a:bodyPr spcFirstLastPara="1" wrap="square" lIns="82100" tIns="41050" rIns="82100" bIns="41050" anchor="b"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2" name="Google Shape;32;p32"/>
          <p:cNvSpPr txBox="1">
            <a:spLocks noGrp="1"/>
          </p:cNvSpPr>
          <p:nvPr>
            <p:ph type="body" idx="1"/>
          </p:nvPr>
        </p:nvSpPr>
        <p:spPr>
          <a:xfrm>
            <a:off x="655637" y="1900237"/>
            <a:ext cx="7940675" cy="3571875"/>
          </a:xfrm>
          <a:prstGeom prst="rect">
            <a:avLst/>
          </a:prstGeom>
          <a:noFill/>
          <a:ln>
            <a:noFill/>
          </a:ln>
        </p:spPr>
        <p:txBody>
          <a:bodyPr spcFirstLastPara="1" wrap="square" lIns="82100" tIns="41050" rIns="82100" bIns="41050" anchor="t" anchorCtr="0">
            <a:noAutofit/>
          </a:bodyPr>
          <a:lstStyle>
            <a:lvl1pPr marL="457200" lvl="0" indent="-342900" algn="l">
              <a:lnSpc>
                <a:spcPct val="95000"/>
              </a:lnSpc>
              <a:spcBef>
                <a:spcPts val="900"/>
              </a:spcBef>
              <a:spcAft>
                <a:spcPts val="0"/>
              </a:spcAft>
              <a:buSzPts val="1800"/>
              <a:buChar char="▪"/>
              <a:defRPr/>
            </a:lvl1pPr>
            <a:lvl2pPr marL="914400" lvl="1" indent="-228600" algn="l">
              <a:lnSpc>
                <a:spcPct val="95000"/>
              </a:lnSpc>
              <a:spcBef>
                <a:spcPts val="630"/>
              </a:spcBef>
              <a:spcAft>
                <a:spcPts val="0"/>
              </a:spcAft>
              <a:buSzPts val="1400"/>
              <a:buNone/>
              <a:defRPr/>
            </a:lvl2pPr>
            <a:lvl3pPr marL="1371600" lvl="2" indent="-228600" algn="l">
              <a:lnSpc>
                <a:spcPct val="95000"/>
              </a:lnSpc>
              <a:spcBef>
                <a:spcPts val="630"/>
              </a:spcBef>
              <a:spcAft>
                <a:spcPts val="0"/>
              </a:spcAft>
              <a:buSzPts val="1400"/>
              <a:buNone/>
              <a:defRPr/>
            </a:lvl3pPr>
            <a:lvl4pPr marL="1828800" lvl="3" indent="-228600" algn="l">
              <a:lnSpc>
                <a:spcPct val="95000"/>
              </a:lnSpc>
              <a:spcBef>
                <a:spcPts val="630"/>
              </a:spcBef>
              <a:spcAft>
                <a:spcPts val="0"/>
              </a:spcAft>
              <a:buSzPts val="1400"/>
              <a:buNone/>
              <a:defRPr/>
            </a:lvl4pPr>
            <a:lvl5pPr marL="2286000" lvl="4" indent="-228600" algn="l">
              <a:lnSpc>
                <a:spcPct val="95000"/>
              </a:lnSpc>
              <a:spcBef>
                <a:spcPts val="630"/>
              </a:spcBef>
              <a:spcAft>
                <a:spcPts val="0"/>
              </a:spcAft>
              <a:buSzPts val="1400"/>
              <a:buNone/>
              <a:defRPr/>
            </a:lvl5pPr>
            <a:lvl6pPr marL="2743200" lvl="5" indent="-228600" algn="l">
              <a:lnSpc>
                <a:spcPct val="95000"/>
              </a:lnSpc>
              <a:spcBef>
                <a:spcPts val="630"/>
              </a:spcBef>
              <a:spcAft>
                <a:spcPts val="0"/>
              </a:spcAft>
              <a:buSzPts val="1400"/>
              <a:buNone/>
              <a:defRPr/>
            </a:lvl6pPr>
            <a:lvl7pPr marL="3200400" lvl="6" indent="-228600" algn="l">
              <a:lnSpc>
                <a:spcPct val="95000"/>
              </a:lnSpc>
              <a:spcBef>
                <a:spcPts val="630"/>
              </a:spcBef>
              <a:spcAft>
                <a:spcPts val="0"/>
              </a:spcAft>
              <a:buSzPts val="1400"/>
              <a:buNone/>
              <a:defRPr/>
            </a:lvl7pPr>
            <a:lvl8pPr marL="3657600" lvl="7" indent="-228600" algn="l">
              <a:lnSpc>
                <a:spcPct val="95000"/>
              </a:lnSpc>
              <a:spcBef>
                <a:spcPts val="630"/>
              </a:spcBef>
              <a:spcAft>
                <a:spcPts val="0"/>
              </a:spcAft>
              <a:buSzPts val="1400"/>
              <a:buNone/>
              <a:defRPr/>
            </a:lvl8pPr>
            <a:lvl9pPr marL="4114800" lvl="8" indent="-228600" algn="l">
              <a:lnSpc>
                <a:spcPct val="95000"/>
              </a:lnSpc>
              <a:spcBef>
                <a:spcPts val="63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
        <p:cNvGrpSpPr/>
        <p:nvPr/>
      </p:nvGrpSpPr>
      <p:grpSpPr>
        <a:xfrm>
          <a:off x="0" y="0"/>
          <a:ext cx="0" cy="0"/>
          <a:chOff x="0" y="0"/>
          <a:chExt cx="0" cy="0"/>
        </a:xfrm>
      </p:grpSpPr>
      <p:sp>
        <p:nvSpPr>
          <p:cNvPr id="34" name="Google Shape;34;p33"/>
          <p:cNvSpPr txBox="1">
            <a:spLocks noGrp="1"/>
          </p:cNvSpPr>
          <p:nvPr>
            <p:ph type="title"/>
          </p:nvPr>
        </p:nvSpPr>
        <p:spPr>
          <a:xfrm rot="5400000">
            <a:off x="5360988" y="2032001"/>
            <a:ext cx="4845050" cy="2035175"/>
          </a:xfrm>
          <a:prstGeom prst="rect">
            <a:avLst/>
          </a:prstGeom>
          <a:noFill/>
          <a:ln>
            <a:noFill/>
          </a:ln>
        </p:spPr>
        <p:txBody>
          <a:bodyPr spcFirstLastPara="1" wrap="square" lIns="82100" tIns="41050" rIns="82100" bIns="41050" anchor="b"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33"/>
          <p:cNvSpPr txBox="1">
            <a:spLocks noGrp="1"/>
          </p:cNvSpPr>
          <p:nvPr>
            <p:ph type="body" idx="1"/>
          </p:nvPr>
        </p:nvSpPr>
        <p:spPr>
          <a:xfrm rot="5400000">
            <a:off x="1212057" y="70644"/>
            <a:ext cx="4845050" cy="5957887"/>
          </a:xfrm>
          <a:prstGeom prst="rect">
            <a:avLst/>
          </a:prstGeom>
          <a:noFill/>
          <a:ln>
            <a:noFill/>
          </a:ln>
        </p:spPr>
        <p:txBody>
          <a:bodyPr spcFirstLastPara="1" wrap="square" lIns="82100" tIns="41050" rIns="82100" bIns="41050" anchor="t" anchorCtr="0">
            <a:noAutofit/>
          </a:bodyPr>
          <a:lstStyle>
            <a:lvl1pPr marL="457200" lvl="0" indent="-342900" algn="l">
              <a:lnSpc>
                <a:spcPct val="95000"/>
              </a:lnSpc>
              <a:spcBef>
                <a:spcPts val="900"/>
              </a:spcBef>
              <a:spcAft>
                <a:spcPts val="0"/>
              </a:spcAft>
              <a:buSzPts val="1800"/>
              <a:buChar char="▪"/>
              <a:defRPr/>
            </a:lvl1pPr>
            <a:lvl2pPr marL="914400" lvl="1" indent="-228600" algn="l">
              <a:lnSpc>
                <a:spcPct val="95000"/>
              </a:lnSpc>
              <a:spcBef>
                <a:spcPts val="630"/>
              </a:spcBef>
              <a:spcAft>
                <a:spcPts val="0"/>
              </a:spcAft>
              <a:buSzPts val="1400"/>
              <a:buNone/>
              <a:defRPr/>
            </a:lvl2pPr>
            <a:lvl3pPr marL="1371600" lvl="2" indent="-228600" algn="l">
              <a:lnSpc>
                <a:spcPct val="95000"/>
              </a:lnSpc>
              <a:spcBef>
                <a:spcPts val="630"/>
              </a:spcBef>
              <a:spcAft>
                <a:spcPts val="0"/>
              </a:spcAft>
              <a:buSzPts val="1400"/>
              <a:buNone/>
              <a:defRPr/>
            </a:lvl3pPr>
            <a:lvl4pPr marL="1828800" lvl="3" indent="-228600" algn="l">
              <a:lnSpc>
                <a:spcPct val="95000"/>
              </a:lnSpc>
              <a:spcBef>
                <a:spcPts val="630"/>
              </a:spcBef>
              <a:spcAft>
                <a:spcPts val="0"/>
              </a:spcAft>
              <a:buSzPts val="1400"/>
              <a:buNone/>
              <a:defRPr/>
            </a:lvl4pPr>
            <a:lvl5pPr marL="2286000" lvl="4" indent="-228600" algn="l">
              <a:lnSpc>
                <a:spcPct val="95000"/>
              </a:lnSpc>
              <a:spcBef>
                <a:spcPts val="630"/>
              </a:spcBef>
              <a:spcAft>
                <a:spcPts val="0"/>
              </a:spcAft>
              <a:buSzPts val="1400"/>
              <a:buNone/>
              <a:defRPr/>
            </a:lvl5pPr>
            <a:lvl6pPr marL="2743200" lvl="5" indent="-228600" algn="l">
              <a:lnSpc>
                <a:spcPct val="95000"/>
              </a:lnSpc>
              <a:spcBef>
                <a:spcPts val="630"/>
              </a:spcBef>
              <a:spcAft>
                <a:spcPts val="0"/>
              </a:spcAft>
              <a:buSzPts val="1400"/>
              <a:buNone/>
              <a:defRPr/>
            </a:lvl6pPr>
            <a:lvl7pPr marL="3200400" lvl="6" indent="-228600" algn="l">
              <a:lnSpc>
                <a:spcPct val="95000"/>
              </a:lnSpc>
              <a:spcBef>
                <a:spcPts val="630"/>
              </a:spcBef>
              <a:spcAft>
                <a:spcPts val="0"/>
              </a:spcAft>
              <a:buSzPts val="1400"/>
              <a:buNone/>
              <a:defRPr/>
            </a:lvl7pPr>
            <a:lvl8pPr marL="3657600" lvl="7" indent="-228600" algn="l">
              <a:lnSpc>
                <a:spcPct val="95000"/>
              </a:lnSpc>
              <a:spcBef>
                <a:spcPts val="630"/>
              </a:spcBef>
              <a:spcAft>
                <a:spcPts val="0"/>
              </a:spcAft>
              <a:buSzPts val="1400"/>
              <a:buNone/>
              <a:defRPr/>
            </a:lvl8pPr>
            <a:lvl9pPr marL="4114800" lvl="8" indent="-228600" algn="l">
              <a:lnSpc>
                <a:spcPct val="95000"/>
              </a:lnSpc>
              <a:spcBef>
                <a:spcPts val="63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6"/>
        <p:cNvGrpSpPr/>
        <p:nvPr/>
      </p:nvGrpSpPr>
      <p:grpSpPr>
        <a:xfrm>
          <a:off x="0" y="0"/>
          <a:ext cx="0" cy="0"/>
          <a:chOff x="0" y="0"/>
          <a:chExt cx="0" cy="0"/>
        </a:xfrm>
      </p:grpSpPr>
      <p:sp>
        <p:nvSpPr>
          <p:cNvPr id="37" name="Google Shape;37;p34"/>
          <p:cNvSpPr txBox="1">
            <a:spLocks noGrp="1"/>
          </p:cNvSpPr>
          <p:nvPr>
            <p:ph type="title"/>
          </p:nvPr>
        </p:nvSpPr>
        <p:spPr>
          <a:xfrm>
            <a:off x="655637" y="627062"/>
            <a:ext cx="8145462" cy="838200"/>
          </a:xfrm>
          <a:prstGeom prst="rect">
            <a:avLst/>
          </a:prstGeom>
          <a:noFill/>
          <a:ln>
            <a:noFill/>
          </a:ln>
        </p:spPr>
        <p:txBody>
          <a:bodyPr spcFirstLastPara="1" wrap="square" lIns="82100" tIns="41050" rIns="82100" bIns="41050" anchor="b"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8" name="Google Shape;38;p34"/>
          <p:cNvSpPr txBox="1">
            <a:spLocks noGrp="1"/>
          </p:cNvSpPr>
          <p:nvPr>
            <p:ph type="body" idx="1"/>
          </p:nvPr>
        </p:nvSpPr>
        <p:spPr>
          <a:xfrm rot="5400000">
            <a:off x="2840037" y="-284163"/>
            <a:ext cx="3571875" cy="7940675"/>
          </a:xfrm>
          <a:prstGeom prst="rect">
            <a:avLst/>
          </a:prstGeom>
          <a:noFill/>
          <a:ln>
            <a:noFill/>
          </a:ln>
        </p:spPr>
        <p:txBody>
          <a:bodyPr spcFirstLastPara="1" wrap="square" lIns="82100" tIns="41050" rIns="82100" bIns="41050" anchor="t" anchorCtr="0">
            <a:noAutofit/>
          </a:bodyPr>
          <a:lstStyle>
            <a:lvl1pPr marL="457200" lvl="0" indent="-342900" algn="l">
              <a:lnSpc>
                <a:spcPct val="95000"/>
              </a:lnSpc>
              <a:spcBef>
                <a:spcPts val="900"/>
              </a:spcBef>
              <a:spcAft>
                <a:spcPts val="0"/>
              </a:spcAft>
              <a:buSzPts val="1800"/>
              <a:buChar char="▪"/>
              <a:defRPr/>
            </a:lvl1pPr>
            <a:lvl2pPr marL="914400" lvl="1" indent="-228600" algn="l">
              <a:lnSpc>
                <a:spcPct val="95000"/>
              </a:lnSpc>
              <a:spcBef>
                <a:spcPts val="630"/>
              </a:spcBef>
              <a:spcAft>
                <a:spcPts val="0"/>
              </a:spcAft>
              <a:buSzPts val="1400"/>
              <a:buNone/>
              <a:defRPr/>
            </a:lvl2pPr>
            <a:lvl3pPr marL="1371600" lvl="2" indent="-228600" algn="l">
              <a:lnSpc>
                <a:spcPct val="95000"/>
              </a:lnSpc>
              <a:spcBef>
                <a:spcPts val="630"/>
              </a:spcBef>
              <a:spcAft>
                <a:spcPts val="0"/>
              </a:spcAft>
              <a:buSzPts val="1400"/>
              <a:buNone/>
              <a:defRPr/>
            </a:lvl3pPr>
            <a:lvl4pPr marL="1828800" lvl="3" indent="-228600" algn="l">
              <a:lnSpc>
                <a:spcPct val="95000"/>
              </a:lnSpc>
              <a:spcBef>
                <a:spcPts val="630"/>
              </a:spcBef>
              <a:spcAft>
                <a:spcPts val="0"/>
              </a:spcAft>
              <a:buSzPts val="1400"/>
              <a:buNone/>
              <a:defRPr/>
            </a:lvl4pPr>
            <a:lvl5pPr marL="2286000" lvl="4" indent="-228600" algn="l">
              <a:lnSpc>
                <a:spcPct val="95000"/>
              </a:lnSpc>
              <a:spcBef>
                <a:spcPts val="630"/>
              </a:spcBef>
              <a:spcAft>
                <a:spcPts val="0"/>
              </a:spcAft>
              <a:buSzPts val="1400"/>
              <a:buNone/>
              <a:defRPr/>
            </a:lvl5pPr>
            <a:lvl6pPr marL="2743200" lvl="5" indent="-228600" algn="l">
              <a:lnSpc>
                <a:spcPct val="95000"/>
              </a:lnSpc>
              <a:spcBef>
                <a:spcPts val="630"/>
              </a:spcBef>
              <a:spcAft>
                <a:spcPts val="0"/>
              </a:spcAft>
              <a:buSzPts val="1400"/>
              <a:buNone/>
              <a:defRPr/>
            </a:lvl6pPr>
            <a:lvl7pPr marL="3200400" lvl="6" indent="-228600" algn="l">
              <a:lnSpc>
                <a:spcPct val="95000"/>
              </a:lnSpc>
              <a:spcBef>
                <a:spcPts val="630"/>
              </a:spcBef>
              <a:spcAft>
                <a:spcPts val="0"/>
              </a:spcAft>
              <a:buSzPts val="1400"/>
              <a:buNone/>
              <a:defRPr/>
            </a:lvl7pPr>
            <a:lvl8pPr marL="3657600" lvl="7" indent="-228600" algn="l">
              <a:lnSpc>
                <a:spcPct val="95000"/>
              </a:lnSpc>
              <a:spcBef>
                <a:spcPts val="630"/>
              </a:spcBef>
              <a:spcAft>
                <a:spcPts val="0"/>
              </a:spcAft>
              <a:buSzPts val="1400"/>
              <a:buNone/>
              <a:defRPr/>
            </a:lvl8pPr>
            <a:lvl9pPr marL="4114800" lvl="8" indent="-228600" algn="l">
              <a:lnSpc>
                <a:spcPct val="95000"/>
              </a:lnSpc>
              <a:spcBef>
                <a:spcPts val="63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9"/>
        <p:cNvGrpSpPr/>
        <p:nvPr/>
      </p:nvGrpSpPr>
      <p:grpSpPr>
        <a:xfrm>
          <a:off x="0" y="0"/>
          <a:ext cx="0" cy="0"/>
          <a:chOff x="0" y="0"/>
          <a:chExt cx="0" cy="0"/>
        </a:xfrm>
      </p:grpSpPr>
      <p:sp>
        <p:nvSpPr>
          <p:cNvPr id="40" name="Google Shape;40;p35"/>
          <p:cNvSpPr txBox="1">
            <a:spLocks noGrp="1"/>
          </p:cNvSpPr>
          <p:nvPr>
            <p:ph type="title"/>
          </p:nvPr>
        </p:nvSpPr>
        <p:spPr>
          <a:xfrm>
            <a:off x="1792288" y="4800600"/>
            <a:ext cx="5486400" cy="566738"/>
          </a:xfrm>
          <a:prstGeom prst="rect">
            <a:avLst/>
          </a:prstGeom>
          <a:noFill/>
          <a:ln>
            <a:noFill/>
          </a:ln>
        </p:spPr>
        <p:txBody>
          <a:bodyPr spcFirstLastPara="1" wrap="square" lIns="82100" tIns="41050" rIns="82100" bIns="41050" anchor="b" anchorCtr="0">
            <a:noAutofit/>
          </a:bodyPr>
          <a:lstStyle>
            <a:lvl1pPr lvl="0" algn="l">
              <a:lnSpc>
                <a:spcPct val="90000"/>
              </a:lnSpc>
              <a:spcBef>
                <a:spcPts val="0"/>
              </a:spcBef>
              <a:spcAft>
                <a:spcPts val="0"/>
              </a:spcAft>
              <a:buSzPts val="1400"/>
              <a:buNone/>
              <a:defRPr sz="2000" b="1"/>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1" name="Google Shape;41;p35"/>
          <p:cNvSpPr>
            <a:spLocks noGrp="1"/>
          </p:cNvSpPr>
          <p:nvPr>
            <p:ph type="pic" idx="2"/>
          </p:nvPr>
        </p:nvSpPr>
        <p:spPr>
          <a:xfrm>
            <a:off x="1792288" y="612775"/>
            <a:ext cx="5486400" cy="4114800"/>
          </a:xfrm>
          <a:prstGeom prst="rect">
            <a:avLst/>
          </a:prstGeom>
          <a:noFill/>
          <a:ln>
            <a:noFill/>
          </a:ln>
        </p:spPr>
      </p:sp>
      <p:sp>
        <p:nvSpPr>
          <p:cNvPr id="42" name="Google Shape;42;p35"/>
          <p:cNvSpPr txBox="1">
            <a:spLocks noGrp="1"/>
          </p:cNvSpPr>
          <p:nvPr>
            <p:ph type="body" idx="1"/>
          </p:nvPr>
        </p:nvSpPr>
        <p:spPr>
          <a:xfrm>
            <a:off x="1792288" y="5367338"/>
            <a:ext cx="5486400" cy="804862"/>
          </a:xfrm>
          <a:prstGeom prst="rect">
            <a:avLst/>
          </a:prstGeom>
          <a:noFill/>
          <a:ln>
            <a:noFill/>
          </a:ln>
        </p:spPr>
        <p:txBody>
          <a:bodyPr spcFirstLastPara="1" wrap="square" lIns="82100" tIns="41050" rIns="82100" bIns="41050" anchor="t" anchorCtr="0">
            <a:noAutofit/>
          </a:bodyPr>
          <a:lstStyle>
            <a:lvl1pPr marL="457200" lvl="0" indent="-228600" algn="l">
              <a:lnSpc>
                <a:spcPct val="95000"/>
              </a:lnSpc>
              <a:spcBef>
                <a:spcPts val="700"/>
              </a:spcBef>
              <a:spcAft>
                <a:spcPts val="0"/>
              </a:spcAft>
              <a:buSzPts val="1400"/>
              <a:buNone/>
              <a:defRPr sz="1400"/>
            </a:lvl1pPr>
            <a:lvl2pPr marL="914400" lvl="1" indent="-228600" algn="l">
              <a:lnSpc>
                <a:spcPct val="95000"/>
              </a:lnSpc>
              <a:spcBef>
                <a:spcPts val="420"/>
              </a:spcBef>
              <a:spcAft>
                <a:spcPts val="0"/>
              </a:spcAft>
              <a:buSzPts val="1200"/>
              <a:buFont typeface="Arial"/>
              <a:buNone/>
              <a:defRPr sz="1200"/>
            </a:lvl2pPr>
            <a:lvl3pPr marL="1371600" lvl="2" indent="-228600" algn="l">
              <a:lnSpc>
                <a:spcPct val="95000"/>
              </a:lnSpc>
              <a:spcBef>
                <a:spcPts val="350"/>
              </a:spcBef>
              <a:spcAft>
                <a:spcPts val="0"/>
              </a:spcAft>
              <a:buSzPts val="1000"/>
              <a:buFont typeface="Arial"/>
              <a:buNone/>
              <a:defRPr sz="1000"/>
            </a:lvl3pPr>
            <a:lvl4pPr marL="1828800" lvl="3" indent="-228600" algn="l">
              <a:lnSpc>
                <a:spcPct val="95000"/>
              </a:lnSpc>
              <a:spcBef>
                <a:spcPts val="315"/>
              </a:spcBef>
              <a:spcAft>
                <a:spcPts val="0"/>
              </a:spcAft>
              <a:buSzPts val="900"/>
              <a:buFont typeface="Arial"/>
              <a:buNone/>
              <a:defRPr sz="900"/>
            </a:lvl4pPr>
            <a:lvl5pPr marL="2286000" lvl="4" indent="-228600" algn="l">
              <a:lnSpc>
                <a:spcPct val="95000"/>
              </a:lnSpc>
              <a:spcBef>
                <a:spcPts val="315"/>
              </a:spcBef>
              <a:spcAft>
                <a:spcPts val="0"/>
              </a:spcAft>
              <a:buSzPts val="900"/>
              <a:buFont typeface="Arial"/>
              <a:buNone/>
              <a:defRPr sz="900"/>
            </a:lvl5pPr>
            <a:lvl6pPr marL="2743200" lvl="5" indent="-228600" algn="l">
              <a:lnSpc>
                <a:spcPct val="95000"/>
              </a:lnSpc>
              <a:spcBef>
                <a:spcPts val="315"/>
              </a:spcBef>
              <a:spcAft>
                <a:spcPts val="0"/>
              </a:spcAft>
              <a:buSzPts val="900"/>
              <a:buFont typeface="Arial"/>
              <a:buNone/>
              <a:defRPr sz="900"/>
            </a:lvl6pPr>
            <a:lvl7pPr marL="3200400" lvl="6" indent="-228600" algn="l">
              <a:lnSpc>
                <a:spcPct val="95000"/>
              </a:lnSpc>
              <a:spcBef>
                <a:spcPts val="315"/>
              </a:spcBef>
              <a:spcAft>
                <a:spcPts val="0"/>
              </a:spcAft>
              <a:buSzPts val="900"/>
              <a:buFont typeface="Arial"/>
              <a:buNone/>
              <a:defRPr sz="900"/>
            </a:lvl7pPr>
            <a:lvl8pPr marL="3657600" lvl="7" indent="-228600" algn="l">
              <a:lnSpc>
                <a:spcPct val="95000"/>
              </a:lnSpc>
              <a:spcBef>
                <a:spcPts val="315"/>
              </a:spcBef>
              <a:spcAft>
                <a:spcPts val="0"/>
              </a:spcAft>
              <a:buSzPts val="900"/>
              <a:buFont typeface="Arial"/>
              <a:buNone/>
              <a:defRPr sz="900"/>
            </a:lvl8pPr>
            <a:lvl9pPr marL="4114800" lvl="8" indent="-228600" algn="l">
              <a:lnSpc>
                <a:spcPct val="95000"/>
              </a:lnSpc>
              <a:spcBef>
                <a:spcPts val="315"/>
              </a:spcBef>
              <a:spcAft>
                <a:spcPts val="0"/>
              </a:spcAft>
              <a:buSzPts val="900"/>
              <a:buFont typeface="Arial"/>
              <a:buNone/>
              <a:defRPr sz="9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3"/>
        <p:cNvGrpSpPr/>
        <p:nvPr/>
      </p:nvGrpSpPr>
      <p:grpSpPr>
        <a:xfrm>
          <a:off x="0" y="0"/>
          <a:ext cx="0" cy="0"/>
          <a:chOff x="0" y="0"/>
          <a:chExt cx="0" cy="0"/>
        </a:xfrm>
      </p:grpSpPr>
      <p:sp>
        <p:nvSpPr>
          <p:cNvPr id="44" name="Google Shape;44;p36"/>
          <p:cNvSpPr txBox="1">
            <a:spLocks noGrp="1"/>
          </p:cNvSpPr>
          <p:nvPr>
            <p:ph type="title"/>
          </p:nvPr>
        </p:nvSpPr>
        <p:spPr>
          <a:xfrm>
            <a:off x="457200" y="273050"/>
            <a:ext cx="3008313" cy="1162050"/>
          </a:xfrm>
          <a:prstGeom prst="rect">
            <a:avLst/>
          </a:prstGeom>
          <a:noFill/>
          <a:ln>
            <a:noFill/>
          </a:ln>
        </p:spPr>
        <p:txBody>
          <a:bodyPr spcFirstLastPara="1" wrap="square" lIns="82100" tIns="41050" rIns="82100" bIns="41050" anchor="b" anchorCtr="0">
            <a:noAutofit/>
          </a:bodyPr>
          <a:lstStyle>
            <a:lvl1pPr lvl="0" algn="l">
              <a:lnSpc>
                <a:spcPct val="90000"/>
              </a:lnSpc>
              <a:spcBef>
                <a:spcPts val="0"/>
              </a:spcBef>
              <a:spcAft>
                <a:spcPts val="0"/>
              </a:spcAft>
              <a:buSzPts val="1400"/>
              <a:buNone/>
              <a:defRPr sz="2000" b="1"/>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5" name="Google Shape;45;p36"/>
          <p:cNvSpPr txBox="1">
            <a:spLocks noGrp="1"/>
          </p:cNvSpPr>
          <p:nvPr>
            <p:ph type="body" idx="1"/>
          </p:nvPr>
        </p:nvSpPr>
        <p:spPr>
          <a:xfrm>
            <a:off x="3575050" y="273050"/>
            <a:ext cx="5111750" cy="5853113"/>
          </a:xfrm>
          <a:prstGeom prst="rect">
            <a:avLst/>
          </a:prstGeom>
          <a:noFill/>
          <a:ln>
            <a:noFill/>
          </a:ln>
        </p:spPr>
        <p:txBody>
          <a:bodyPr spcFirstLastPara="1" wrap="square" lIns="82100" tIns="41050" rIns="82100" bIns="41050" anchor="t" anchorCtr="0">
            <a:noAutofit/>
          </a:bodyPr>
          <a:lstStyle>
            <a:lvl1pPr marL="457200" lvl="0" indent="-431800" algn="l">
              <a:lnSpc>
                <a:spcPct val="95000"/>
              </a:lnSpc>
              <a:spcBef>
                <a:spcPts val="1600"/>
              </a:spcBef>
              <a:spcAft>
                <a:spcPts val="0"/>
              </a:spcAft>
              <a:buSzPts val="3200"/>
              <a:buChar char="▪"/>
              <a:defRPr sz="3200"/>
            </a:lvl1pPr>
            <a:lvl2pPr marL="914400" lvl="1" indent="-228600" algn="l">
              <a:lnSpc>
                <a:spcPct val="95000"/>
              </a:lnSpc>
              <a:spcBef>
                <a:spcPts val="980"/>
              </a:spcBef>
              <a:spcAft>
                <a:spcPts val="0"/>
              </a:spcAft>
              <a:buSzPts val="1400"/>
              <a:buNone/>
              <a:defRPr sz="2800"/>
            </a:lvl2pPr>
            <a:lvl3pPr marL="1371600" lvl="2" indent="-228600" algn="l">
              <a:lnSpc>
                <a:spcPct val="95000"/>
              </a:lnSpc>
              <a:spcBef>
                <a:spcPts val="840"/>
              </a:spcBef>
              <a:spcAft>
                <a:spcPts val="0"/>
              </a:spcAft>
              <a:buSzPts val="1400"/>
              <a:buNone/>
              <a:defRPr sz="2400"/>
            </a:lvl3pPr>
            <a:lvl4pPr marL="1828800" lvl="3" indent="-228600" algn="l">
              <a:lnSpc>
                <a:spcPct val="95000"/>
              </a:lnSpc>
              <a:spcBef>
                <a:spcPts val="700"/>
              </a:spcBef>
              <a:spcAft>
                <a:spcPts val="0"/>
              </a:spcAft>
              <a:buSzPts val="1400"/>
              <a:buNone/>
              <a:defRPr sz="2000"/>
            </a:lvl4pPr>
            <a:lvl5pPr marL="2286000" lvl="4" indent="-228600" algn="l">
              <a:lnSpc>
                <a:spcPct val="95000"/>
              </a:lnSpc>
              <a:spcBef>
                <a:spcPts val="700"/>
              </a:spcBef>
              <a:spcAft>
                <a:spcPts val="0"/>
              </a:spcAft>
              <a:buSzPts val="1400"/>
              <a:buNone/>
              <a:defRPr sz="2000"/>
            </a:lvl5pPr>
            <a:lvl6pPr marL="2743200" lvl="5" indent="-228600" algn="l">
              <a:lnSpc>
                <a:spcPct val="95000"/>
              </a:lnSpc>
              <a:spcBef>
                <a:spcPts val="700"/>
              </a:spcBef>
              <a:spcAft>
                <a:spcPts val="0"/>
              </a:spcAft>
              <a:buSzPts val="1400"/>
              <a:buNone/>
              <a:defRPr sz="2000"/>
            </a:lvl6pPr>
            <a:lvl7pPr marL="3200400" lvl="6" indent="-228600" algn="l">
              <a:lnSpc>
                <a:spcPct val="95000"/>
              </a:lnSpc>
              <a:spcBef>
                <a:spcPts val="700"/>
              </a:spcBef>
              <a:spcAft>
                <a:spcPts val="0"/>
              </a:spcAft>
              <a:buSzPts val="1400"/>
              <a:buNone/>
              <a:defRPr sz="2000"/>
            </a:lvl7pPr>
            <a:lvl8pPr marL="3657600" lvl="7" indent="-228600" algn="l">
              <a:lnSpc>
                <a:spcPct val="95000"/>
              </a:lnSpc>
              <a:spcBef>
                <a:spcPts val="700"/>
              </a:spcBef>
              <a:spcAft>
                <a:spcPts val="0"/>
              </a:spcAft>
              <a:buSzPts val="1400"/>
              <a:buNone/>
              <a:defRPr sz="2000"/>
            </a:lvl8pPr>
            <a:lvl9pPr marL="4114800" lvl="8" indent="-228600" algn="l">
              <a:lnSpc>
                <a:spcPct val="95000"/>
              </a:lnSpc>
              <a:spcBef>
                <a:spcPts val="700"/>
              </a:spcBef>
              <a:spcAft>
                <a:spcPts val="0"/>
              </a:spcAft>
              <a:buSzPts val="1400"/>
              <a:buNone/>
              <a:defRPr sz="2000"/>
            </a:lvl9pPr>
          </a:lstStyle>
          <a:p>
            <a:endParaRPr/>
          </a:p>
        </p:txBody>
      </p:sp>
      <p:sp>
        <p:nvSpPr>
          <p:cNvPr id="46" name="Google Shape;46;p36"/>
          <p:cNvSpPr txBox="1">
            <a:spLocks noGrp="1"/>
          </p:cNvSpPr>
          <p:nvPr>
            <p:ph type="body" idx="2"/>
          </p:nvPr>
        </p:nvSpPr>
        <p:spPr>
          <a:xfrm>
            <a:off x="457200" y="1435100"/>
            <a:ext cx="3008313" cy="4691063"/>
          </a:xfrm>
          <a:prstGeom prst="rect">
            <a:avLst/>
          </a:prstGeom>
          <a:noFill/>
          <a:ln>
            <a:noFill/>
          </a:ln>
        </p:spPr>
        <p:txBody>
          <a:bodyPr spcFirstLastPara="1" wrap="square" lIns="82100" tIns="41050" rIns="82100" bIns="41050" anchor="t" anchorCtr="0">
            <a:noAutofit/>
          </a:bodyPr>
          <a:lstStyle>
            <a:lvl1pPr marL="457200" lvl="0" indent="-228600" algn="l">
              <a:lnSpc>
                <a:spcPct val="95000"/>
              </a:lnSpc>
              <a:spcBef>
                <a:spcPts val="700"/>
              </a:spcBef>
              <a:spcAft>
                <a:spcPts val="0"/>
              </a:spcAft>
              <a:buSzPts val="1400"/>
              <a:buNone/>
              <a:defRPr sz="1400"/>
            </a:lvl1pPr>
            <a:lvl2pPr marL="914400" lvl="1" indent="-228600" algn="l">
              <a:lnSpc>
                <a:spcPct val="95000"/>
              </a:lnSpc>
              <a:spcBef>
                <a:spcPts val="420"/>
              </a:spcBef>
              <a:spcAft>
                <a:spcPts val="0"/>
              </a:spcAft>
              <a:buSzPts val="1200"/>
              <a:buFont typeface="Arial"/>
              <a:buNone/>
              <a:defRPr sz="1200"/>
            </a:lvl2pPr>
            <a:lvl3pPr marL="1371600" lvl="2" indent="-228600" algn="l">
              <a:lnSpc>
                <a:spcPct val="95000"/>
              </a:lnSpc>
              <a:spcBef>
                <a:spcPts val="350"/>
              </a:spcBef>
              <a:spcAft>
                <a:spcPts val="0"/>
              </a:spcAft>
              <a:buSzPts val="1000"/>
              <a:buFont typeface="Arial"/>
              <a:buNone/>
              <a:defRPr sz="1000"/>
            </a:lvl3pPr>
            <a:lvl4pPr marL="1828800" lvl="3" indent="-228600" algn="l">
              <a:lnSpc>
                <a:spcPct val="95000"/>
              </a:lnSpc>
              <a:spcBef>
                <a:spcPts val="315"/>
              </a:spcBef>
              <a:spcAft>
                <a:spcPts val="0"/>
              </a:spcAft>
              <a:buSzPts val="900"/>
              <a:buFont typeface="Arial"/>
              <a:buNone/>
              <a:defRPr sz="900"/>
            </a:lvl4pPr>
            <a:lvl5pPr marL="2286000" lvl="4" indent="-228600" algn="l">
              <a:lnSpc>
                <a:spcPct val="95000"/>
              </a:lnSpc>
              <a:spcBef>
                <a:spcPts val="315"/>
              </a:spcBef>
              <a:spcAft>
                <a:spcPts val="0"/>
              </a:spcAft>
              <a:buSzPts val="900"/>
              <a:buFont typeface="Arial"/>
              <a:buNone/>
              <a:defRPr sz="900"/>
            </a:lvl5pPr>
            <a:lvl6pPr marL="2743200" lvl="5" indent="-228600" algn="l">
              <a:lnSpc>
                <a:spcPct val="95000"/>
              </a:lnSpc>
              <a:spcBef>
                <a:spcPts val="315"/>
              </a:spcBef>
              <a:spcAft>
                <a:spcPts val="0"/>
              </a:spcAft>
              <a:buSzPts val="900"/>
              <a:buFont typeface="Arial"/>
              <a:buNone/>
              <a:defRPr sz="900"/>
            </a:lvl6pPr>
            <a:lvl7pPr marL="3200400" lvl="6" indent="-228600" algn="l">
              <a:lnSpc>
                <a:spcPct val="95000"/>
              </a:lnSpc>
              <a:spcBef>
                <a:spcPts val="315"/>
              </a:spcBef>
              <a:spcAft>
                <a:spcPts val="0"/>
              </a:spcAft>
              <a:buSzPts val="900"/>
              <a:buFont typeface="Arial"/>
              <a:buNone/>
              <a:defRPr sz="900"/>
            </a:lvl7pPr>
            <a:lvl8pPr marL="3657600" lvl="7" indent="-228600" algn="l">
              <a:lnSpc>
                <a:spcPct val="95000"/>
              </a:lnSpc>
              <a:spcBef>
                <a:spcPts val="315"/>
              </a:spcBef>
              <a:spcAft>
                <a:spcPts val="0"/>
              </a:spcAft>
              <a:buSzPts val="900"/>
              <a:buFont typeface="Arial"/>
              <a:buNone/>
              <a:defRPr sz="900"/>
            </a:lvl8pPr>
            <a:lvl9pPr marL="4114800" lvl="8" indent="-228600" algn="l">
              <a:lnSpc>
                <a:spcPct val="95000"/>
              </a:lnSpc>
              <a:spcBef>
                <a:spcPts val="315"/>
              </a:spcBef>
              <a:spcAft>
                <a:spcPts val="0"/>
              </a:spcAft>
              <a:buSzPts val="900"/>
              <a:buFont typeface="Arial"/>
              <a:buNone/>
              <a:defRPr sz="9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38"/>
          <p:cNvSpPr txBox="1">
            <a:spLocks noGrp="1"/>
          </p:cNvSpPr>
          <p:nvPr>
            <p:ph type="title"/>
          </p:nvPr>
        </p:nvSpPr>
        <p:spPr>
          <a:xfrm>
            <a:off x="655637" y="627062"/>
            <a:ext cx="8145462" cy="838200"/>
          </a:xfrm>
          <a:prstGeom prst="rect">
            <a:avLst/>
          </a:prstGeom>
          <a:noFill/>
          <a:ln>
            <a:noFill/>
          </a:ln>
        </p:spPr>
        <p:txBody>
          <a:bodyPr spcFirstLastPara="1" wrap="square" lIns="82100" tIns="41050" rIns="82100" bIns="41050" anchor="b"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0"/>
        <p:cNvGrpSpPr/>
        <p:nvPr/>
      </p:nvGrpSpPr>
      <p:grpSpPr>
        <a:xfrm>
          <a:off x="0" y="0"/>
          <a:ext cx="0" cy="0"/>
          <a:chOff x="0" y="0"/>
          <a:chExt cx="0" cy="0"/>
        </a:xfrm>
      </p:grpSpPr>
      <p:sp>
        <p:nvSpPr>
          <p:cNvPr id="51" name="Google Shape;51;p39"/>
          <p:cNvSpPr txBox="1">
            <a:spLocks noGrp="1"/>
          </p:cNvSpPr>
          <p:nvPr>
            <p:ph type="title"/>
          </p:nvPr>
        </p:nvSpPr>
        <p:spPr>
          <a:xfrm>
            <a:off x="457200" y="274638"/>
            <a:ext cx="8229600" cy="1143000"/>
          </a:xfrm>
          <a:prstGeom prst="rect">
            <a:avLst/>
          </a:prstGeom>
          <a:noFill/>
          <a:ln>
            <a:noFill/>
          </a:ln>
        </p:spPr>
        <p:txBody>
          <a:bodyPr spcFirstLastPara="1" wrap="square" lIns="82100" tIns="41050" rIns="82100" bIns="41050" anchor="b"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2" name="Google Shape;52;p39"/>
          <p:cNvSpPr txBox="1">
            <a:spLocks noGrp="1"/>
          </p:cNvSpPr>
          <p:nvPr>
            <p:ph type="body" idx="1"/>
          </p:nvPr>
        </p:nvSpPr>
        <p:spPr>
          <a:xfrm>
            <a:off x="457200" y="1535113"/>
            <a:ext cx="4040188" cy="639762"/>
          </a:xfrm>
          <a:prstGeom prst="rect">
            <a:avLst/>
          </a:prstGeom>
          <a:noFill/>
          <a:ln>
            <a:noFill/>
          </a:ln>
        </p:spPr>
        <p:txBody>
          <a:bodyPr spcFirstLastPara="1" wrap="square" lIns="82100" tIns="41050" rIns="82100" bIns="41050" anchor="b" anchorCtr="0">
            <a:noAutofit/>
          </a:bodyPr>
          <a:lstStyle>
            <a:lvl1pPr marL="457200" lvl="0" indent="-228600" algn="l">
              <a:lnSpc>
                <a:spcPct val="95000"/>
              </a:lnSpc>
              <a:spcBef>
                <a:spcPts val="1200"/>
              </a:spcBef>
              <a:spcAft>
                <a:spcPts val="0"/>
              </a:spcAft>
              <a:buSzPts val="2400"/>
              <a:buNone/>
              <a:defRPr sz="2400" b="1"/>
            </a:lvl1pPr>
            <a:lvl2pPr marL="914400" lvl="1" indent="-228600" algn="l">
              <a:lnSpc>
                <a:spcPct val="95000"/>
              </a:lnSpc>
              <a:spcBef>
                <a:spcPts val="700"/>
              </a:spcBef>
              <a:spcAft>
                <a:spcPts val="0"/>
              </a:spcAft>
              <a:buSzPts val="2000"/>
              <a:buFont typeface="Arial"/>
              <a:buNone/>
              <a:defRPr sz="2000" b="1"/>
            </a:lvl2pPr>
            <a:lvl3pPr marL="1371600" lvl="2" indent="-228600" algn="l">
              <a:lnSpc>
                <a:spcPct val="95000"/>
              </a:lnSpc>
              <a:spcBef>
                <a:spcPts val="630"/>
              </a:spcBef>
              <a:spcAft>
                <a:spcPts val="0"/>
              </a:spcAft>
              <a:buSzPts val="1800"/>
              <a:buFont typeface="Arial"/>
              <a:buNone/>
              <a:defRPr sz="1800" b="1"/>
            </a:lvl3pPr>
            <a:lvl4pPr marL="1828800" lvl="3" indent="-228600" algn="l">
              <a:lnSpc>
                <a:spcPct val="95000"/>
              </a:lnSpc>
              <a:spcBef>
                <a:spcPts val="560"/>
              </a:spcBef>
              <a:spcAft>
                <a:spcPts val="0"/>
              </a:spcAft>
              <a:buSzPts val="1600"/>
              <a:buFont typeface="Arial"/>
              <a:buNone/>
              <a:defRPr sz="1600" b="1"/>
            </a:lvl4pPr>
            <a:lvl5pPr marL="2286000" lvl="4" indent="-228600" algn="l">
              <a:lnSpc>
                <a:spcPct val="95000"/>
              </a:lnSpc>
              <a:spcBef>
                <a:spcPts val="560"/>
              </a:spcBef>
              <a:spcAft>
                <a:spcPts val="0"/>
              </a:spcAft>
              <a:buSzPts val="1600"/>
              <a:buFont typeface="Arial"/>
              <a:buNone/>
              <a:defRPr sz="1600" b="1"/>
            </a:lvl5pPr>
            <a:lvl6pPr marL="2743200" lvl="5" indent="-228600" algn="l">
              <a:lnSpc>
                <a:spcPct val="95000"/>
              </a:lnSpc>
              <a:spcBef>
                <a:spcPts val="560"/>
              </a:spcBef>
              <a:spcAft>
                <a:spcPts val="0"/>
              </a:spcAft>
              <a:buSzPts val="1600"/>
              <a:buFont typeface="Arial"/>
              <a:buNone/>
              <a:defRPr sz="1600" b="1"/>
            </a:lvl6pPr>
            <a:lvl7pPr marL="3200400" lvl="6" indent="-228600" algn="l">
              <a:lnSpc>
                <a:spcPct val="95000"/>
              </a:lnSpc>
              <a:spcBef>
                <a:spcPts val="560"/>
              </a:spcBef>
              <a:spcAft>
                <a:spcPts val="0"/>
              </a:spcAft>
              <a:buSzPts val="1600"/>
              <a:buFont typeface="Arial"/>
              <a:buNone/>
              <a:defRPr sz="1600" b="1"/>
            </a:lvl7pPr>
            <a:lvl8pPr marL="3657600" lvl="7" indent="-228600" algn="l">
              <a:lnSpc>
                <a:spcPct val="95000"/>
              </a:lnSpc>
              <a:spcBef>
                <a:spcPts val="560"/>
              </a:spcBef>
              <a:spcAft>
                <a:spcPts val="0"/>
              </a:spcAft>
              <a:buSzPts val="1600"/>
              <a:buFont typeface="Arial"/>
              <a:buNone/>
              <a:defRPr sz="1600" b="1"/>
            </a:lvl8pPr>
            <a:lvl9pPr marL="4114800" lvl="8" indent="-228600" algn="l">
              <a:lnSpc>
                <a:spcPct val="95000"/>
              </a:lnSpc>
              <a:spcBef>
                <a:spcPts val="560"/>
              </a:spcBef>
              <a:spcAft>
                <a:spcPts val="0"/>
              </a:spcAft>
              <a:buSzPts val="1600"/>
              <a:buFont typeface="Arial"/>
              <a:buNone/>
              <a:defRPr sz="1600" b="1"/>
            </a:lvl9pPr>
          </a:lstStyle>
          <a:p>
            <a:endParaRPr/>
          </a:p>
        </p:txBody>
      </p:sp>
      <p:sp>
        <p:nvSpPr>
          <p:cNvPr id="53" name="Google Shape;53;p39"/>
          <p:cNvSpPr txBox="1">
            <a:spLocks noGrp="1"/>
          </p:cNvSpPr>
          <p:nvPr>
            <p:ph type="body" idx="2"/>
          </p:nvPr>
        </p:nvSpPr>
        <p:spPr>
          <a:xfrm>
            <a:off x="457200" y="2174875"/>
            <a:ext cx="4040188" cy="3951288"/>
          </a:xfrm>
          <a:prstGeom prst="rect">
            <a:avLst/>
          </a:prstGeom>
          <a:noFill/>
          <a:ln>
            <a:noFill/>
          </a:ln>
        </p:spPr>
        <p:txBody>
          <a:bodyPr spcFirstLastPara="1" wrap="square" lIns="82100" tIns="41050" rIns="82100" bIns="41050" anchor="t" anchorCtr="0">
            <a:noAutofit/>
          </a:bodyPr>
          <a:lstStyle>
            <a:lvl1pPr marL="457200" lvl="0" indent="-381000" algn="l">
              <a:lnSpc>
                <a:spcPct val="95000"/>
              </a:lnSpc>
              <a:spcBef>
                <a:spcPts val="1200"/>
              </a:spcBef>
              <a:spcAft>
                <a:spcPts val="0"/>
              </a:spcAft>
              <a:buSzPts val="2400"/>
              <a:buChar char="▪"/>
              <a:defRPr sz="2400"/>
            </a:lvl1pPr>
            <a:lvl2pPr marL="914400" lvl="1" indent="-228600" algn="l">
              <a:lnSpc>
                <a:spcPct val="95000"/>
              </a:lnSpc>
              <a:spcBef>
                <a:spcPts val="700"/>
              </a:spcBef>
              <a:spcAft>
                <a:spcPts val="0"/>
              </a:spcAft>
              <a:buSzPts val="1400"/>
              <a:buNone/>
              <a:defRPr sz="2000"/>
            </a:lvl2pPr>
            <a:lvl3pPr marL="1371600" lvl="2" indent="-228600" algn="l">
              <a:lnSpc>
                <a:spcPct val="95000"/>
              </a:lnSpc>
              <a:spcBef>
                <a:spcPts val="630"/>
              </a:spcBef>
              <a:spcAft>
                <a:spcPts val="0"/>
              </a:spcAft>
              <a:buSzPts val="1400"/>
              <a:buNone/>
              <a:defRPr sz="1800"/>
            </a:lvl3pPr>
            <a:lvl4pPr marL="1828800" lvl="3" indent="-228600" algn="l">
              <a:lnSpc>
                <a:spcPct val="95000"/>
              </a:lnSpc>
              <a:spcBef>
                <a:spcPts val="560"/>
              </a:spcBef>
              <a:spcAft>
                <a:spcPts val="0"/>
              </a:spcAft>
              <a:buSzPts val="1400"/>
              <a:buNone/>
              <a:defRPr sz="1600"/>
            </a:lvl4pPr>
            <a:lvl5pPr marL="2286000" lvl="4" indent="-228600" algn="l">
              <a:lnSpc>
                <a:spcPct val="95000"/>
              </a:lnSpc>
              <a:spcBef>
                <a:spcPts val="560"/>
              </a:spcBef>
              <a:spcAft>
                <a:spcPts val="0"/>
              </a:spcAft>
              <a:buSzPts val="1400"/>
              <a:buNone/>
              <a:defRPr sz="1600"/>
            </a:lvl5pPr>
            <a:lvl6pPr marL="2743200" lvl="5" indent="-228600" algn="l">
              <a:lnSpc>
                <a:spcPct val="95000"/>
              </a:lnSpc>
              <a:spcBef>
                <a:spcPts val="560"/>
              </a:spcBef>
              <a:spcAft>
                <a:spcPts val="0"/>
              </a:spcAft>
              <a:buSzPts val="1400"/>
              <a:buNone/>
              <a:defRPr sz="1600"/>
            </a:lvl6pPr>
            <a:lvl7pPr marL="3200400" lvl="6" indent="-228600" algn="l">
              <a:lnSpc>
                <a:spcPct val="95000"/>
              </a:lnSpc>
              <a:spcBef>
                <a:spcPts val="560"/>
              </a:spcBef>
              <a:spcAft>
                <a:spcPts val="0"/>
              </a:spcAft>
              <a:buSzPts val="1400"/>
              <a:buNone/>
              <a:defRPr sz="1600"/>
            </a:lvl7pPr>
            <a:lvl8pPr marL="3657600" lvl="7" indent="-228600" algn="l">
              <a:lnSpc>
                <a:spcPct val="95000"/>
              </a:lnSpc>
              <a:spcBef>
                <a:spcPts val="560"/>
              </a:spcBef>
              <a:spcAft>
                <a:spcPts val="0"/>
              </a:spcAft>
              <a:buSzPts val="1400"/>
              <a:buNone/>
              <a:defRPr sz="1600"/>
            </a:lvl8pPr>
            <a:lvl9pPr marL="4114800" lvl="8" indent="-228600" algn="l">
              <a:lnSpc>
                <a:spcPct val="95000"/>
              </a:lnSpc>
              <a:spcBef>
                <a:spcPts val="560"/>
              </a:spcBef>
              <a:spcAft>
                <a:spcPts val="0"/>
              </a:spcAft>
              <a:buSzPts val="1400"/>
              <a:buNone/>
              <a:defRPr sz="1600"/>
            </a:lvl9pPr>
          </a:lstStyle>
          <a:p>
            <a:endParaRPr/>
          </a:p>
        </p:txBody>
      </p:sp>
      <p:sp>
        <p:nvSpPr>
          <p:cNvPr id="54" name="Google Shape;54;p39"/>
          <p:cNvSpPr txBox="1">
            <a:spLocks noGrp="1"/>
          </p:cNvSpPr>
          <p:nvPr>
            <p:ph type="body" idx="3"/>
          </p:nvPr>
        </p:nvSpPr>
        <p:spPr>
          <a:xfrm>
            <a:off x="4645025" y="1535113"/>
            <a:ext cx="4041775" cy="639762"/>
          </a:xfrm>
          <a:prstGeom prst="rect">
            <a:avLst/>
          </a:prstGeom>
          <a:noFill/>
          <a:ln>
            <a:noFill/>
          </a:ln>
        </p:spPr>
        <p:txBody>
          <a:bodyPr spcFirstLastPara="1" wrap="square" lIns="82100" tIns="41050" rIns="82100" bIns="41050" anchor="b" anchorCtr="0">
            <a:noAutofit/>
          </a:bodyPr>
          <a:lstStyle>
            <a:lvl1pPr marL="457200" lvl="0" indent="-228600" algn="l">
              <a:lnSpc>
                <a:spcPct val="95000"/>
              </a:lnSpc>
              <a:spcBef>
                <a:spcPts val="1200"/>
              </a:spcBef>
              <a:spcAft>
                <a:spcPts val="0"/>
              </a:spcAft>
              <a:buSzPts val="2400"/>
              <a:buNone/>
              <a:defRPr sz="2400" b="1"/>
            </a:lvl1pPr>
            <a:lvl2pPr marL="914400" lvl="1" indent="-228600" algn="l">
              <a:lnSpc>
                <a:spcPct val="95000"/>
              </a:lnSpc>
              <a:spcBef>
                <a:spcPts val="700"/>
              </a:spcBef>
              <a:spcAft>
                <a:spcPts val="0"/>
              </a:spcAft>
              <a:buSzPts val="2000"/>
              <a:buFont typeface="Arial"/>
              <a:buNone/>
              <a:defRPr sz="2000" b="1"/>
            </a:lvl2pPr>
            <a:lvl3pPr marL="1371600" lvl="2" indent="-228600" algn="l">
              <a:lnSpc>
                <a:spcPct val="95000"/>
              </a:lnSpc>
              <a:spcBef>
                <a:spcPts val="630"/>
              </a:spcBef>
              <a:spcAft>
                <a:spcPts val="0"/>
              </a:spcAft>
              <a:buSzPts val="1800"/>
              <a:buFont typeface="Arial"/>
              <a:buNone/>
              <a:defRPr sz="1800" b="1"/>
            </a:lvl3pPr>
            <a:lvl4pPr marL="1828800" lvl="3" indent="-228600" algn="l">
              <a:lnSpc>
                <a:spcPct val="95000"/>
              </a:lnSpc>
              <a:spcBef>
                <a:spcPts val="560"/>
              </a:spcBef>
              <a:spcAft>
                <a:spcPts val="0"/>
              </a:spcAft>
              <a:buSzPts val="1600"/>
              <a:buFont typeface="Arial"/>
              <a:buNone/>
              <a:defRPr sz="1600" b="1"/>
            </a:lvl4pPr>
            <a:lvl5pPr marL="2286000" lvl="4" indent="-228600" algn="l">
              <a:lnSpc>
                <a:spcPct val="95000"/>
              </a:lnSpc>
              <a:spcBef>
                <a:spcPts val="560"/>
              </a:spcBef>
              <a:spcAft>
                <a:spcPts val="0"/>
              </a:spcAft>
              <a:buSzPts val="1600"/>
              <a:buFont typeface="Arial"/>
              <a:buNone/>
              <a:defRPr sz="1600" b="1"/>
            </a:lvl5pPr>
            <a:lvl6pPr marL="2743200" lvl="5" indent="-228600" algn="l">
              <a:lnSpc>
                <a:spcPct val="95000"/>
              </a:lnSpc>
              <a:spcBef>
                <a:spcPts val="560"/>
              </a:spcBef>
              <a:spcAft>
                <a:spcPts val="0"/>
              </a:spcAft>
              <a:buSzPts val="1600"/>
              <a:buFont typeface="Arial"/>
              <a:buNone/>
              <a:defRPr sz="1600" b="1"/>
            </a:lvl6pPr>
            <a:lvl7pPr marL="3200400" lvl="6" indent="-228600" algn="l">
              <a:lnSpc>
                <a:spcPct val="95000"/>
              </a:lnSpc>
              <a:spcBef>
                <a:spcPts val="560"/>
              </a:spcBef>
              <a:spcAft>
                <a:spcPts val="0"/>
              </a:spcAft>
              <a:buSzPts val="1600"/>
              <a:buFont typeface="Arial"/>
              <a:buNone/>
              <a:defRPr sz="1600" b="1"/>
            </a:lvl7pPr>
            <a:lvl8pPr marL="3657600" lvl="7" indent="-228600" algn="l">
              <a:lnSpc>
                <a:spcPct val="95000"/>
              </a:lnSpc>
              <a:spcBef>
                <a:spcPts val="560"/>
              </a:spcBef>
              <a:spcAft>
                <a:spcPts val="0"/>
              </a:spcAft>
              <a:buSzPts val="1600"/>
              <a:buFont typeface="Arial"/>
              <a:buNone/>
              <a:defRPr sz="1600" b="1"/>
            </a:lvl8pPr>
            <a:lvl9pPr marL="4114800" lvl="8" indent="-228600" algn="l">
              <a:lnSpc>
                <a:spcPct val="95000"/>
              </a:lnSpc>
              <a:spcBef>
                <a:spcPts val="560"/>
              </a:spcBef>
              <a:spcAft>
                <a:spcPts val="0"/>
              </a:spcAft>
              <a:buSzPts val="1600"/>
              <a:buFont typeface="Arial"/>
              <a:buNone/>
              <a:defRPr sz="1600" b="1"/>
            </a:lvl9pPr>
          </a:lstStyle>
          <a:p>
            <a:endParaRPr/>
          </a:p>
        </p:txBody>
      </p:sp>
      <p:sp>
        <p:nvSpPr>
          <p:cNvPr id="55" name="Google Shape;55;p39"/>
          <p:cNvSpPr txBox="1">
            <a:spLocks noGrp="1"/>
          </p:cNvSpPr>
          <p:nvPr>
            <p:ph type="body" idx="4"/>
          </p:nvPr>
        </p:nvSpPr>
        <p:spPr>
          <a:xfrm>
            <a:off x="4645025" y="2174875"/>
            <a:ext cx="4041775" cy="3951288"/>
          </a:xfrm>
          <a:prstGeom prst="rect">
            <a:avLst/>
          </a:prstGeom>
          <a:noFill/>
          <a:ln>
            <a:noFill/>
          </a:ln>
        </p:spPr>
        <p:txBody>
          <a:bodyPr spcFirstLastPara="1" wrap="square" lIns="82100" tIns="41050" rIns="82100" bIns="41050" anchor="t" anchorCtr="0">
            <a:noAutofit/>
          </a:bodyPr>
          <a:lstStyle>
            <a:lvl1pPr marL="457200" lvl="0" indent="-381000" algn="l">
              <a:lnSpc>
                <a:spcPct val="95000"/>
              </a:lnSpc>
              <a:spcBef>
                <a:spcPts val="1200"/>
              </a:spcBef>
              <a:spcAft>
                <a:spcPts val="0"/>
              </a:spcAft>
              <a:buSzPts val="2400"/>
              <a:buChar char="▪"/>
              <a:defRPr sz="2400"/>
            </a:lvl1pPr>
            <a:lvl2pPr marL="914400" lvl="1" indent="-228600" algn="l">
              <a:lnSpc>
                <a:spcPct val="95000"/>
              </a:lnSpc>
              <a:spcBef>
                <a:spcPts val="700"/>
              </a:spcBef>
              <a:spcAft>
                <a:spcPts val="0"/>
              </a:spcAft>
              <a:buSzPts val="1400"/>
              <a:buNone/>
              <a:defRPr sz="2000"/>
            </a:lvl2pPr>
            <a:lvl3pPr marL="1371600" lvl="2" indent="-228600" algn="l">
              <a:lnSpc>
                <a:spcPct val="95000"/>
              </a:lnSpc>
              <a:spcBef>
                <a:spcPts val="630"/>
              </a:spcBef>
              <a:spcAft>
                <a:spcPts val="0"/>
              </a:spcAft>
              <a:buSzPts val="1400"/>
              <a:buNone/>
              <a:defRPr sz="1800"/>
            </a:lvl3pPr>
            <a:lvl4pPr marL="1828800" lvl="3" indent="-228600" algn="l">
              <a:lnSpc>
                <a:spcPct val="95000"/>
              </a:lnSpc>
              <a:spcBef>
                <a:spcPts val="560"/>
              </a:spcBef>
              <a:spcAft>
                <a:spcPts val="0"/>
              </a:spcAft>
              <a:buSzPts val="1400"/>
              <a:buNone/>
              <a:defRPr sz="1600"/>
            </a:lvl4pPr>
            <a:lvl5pPr marL="2286000" lvl="4" indent="-228600" algn="l">
              <a:lnSpc>
                <a:spcPct val="95000"/>
              </a:lnSpc>
              <a:spcBef>
                <a:spcPts val="560"/>
              </a:spcBef>
              <a:spcAft>
                <a:spcPts val="0"/>
              </a:spcAft>
              <a:buSzPts val="1400"/>
              <a:buNone/>
              <a:defRPr sz="1600"/>
            </a:lvl5pPr>
            <a:lvl6pPr marL="2743200" lvl="5" indent="-228600" algn="l">
              <a:lnSpc>
                <a:spcPct val="95000"/>
              </a:lnSpc>
              <a:spcBef>
                <a:spcPts val="560"/>
              </a:spcBef>
              <a:spcAft>
                <a:spcPts val="0"/>
              </a:spcAft>
              <a:buSzPts val="1400"/>
              <a:buNone/>
              <a:defRPr sz="1600"/>
            </a:lvl6pPr>
            <a:lvl7pPr marL="3200400" lvl="6" indent="-228600" algn="l">
              <a:lnSpc>
                <a:spcPct val="95000"/>
              </a:lnSpc>
              <a:spcBef>
                <a:spcPts val="560"/>
              </a:spcBef>
              <a:spcAft>
                <a:spcPts val="0"/>
              </a:spcAft>
              <a:buSzPts val="1400"/>
              <a:buNone/>
              <a:defRPr sz="1600"/>
            </a:lvl7pPr>
            <a:lvl8pPr marL="3657600" lvl="7" indent="-228600" algn="l">
              <a:lnSpc>
                <a:spcPct val="95000"/>
              </a:lnSpc>
              <a:spcBef>
                <a:spcPts val="560"/>
              </a:spcBef>
              <a:spcAft>
                <a:spcPts val="0"/>
              </a:spcAft>
              <a:buSzPts val="1400"/>
              <a:buNone/>
              <a:defRPr sz="1600"/>
            </a:lvl8pPr>
            <a:lvl9pPr marL="4114800" lvl="8" indent="-228600" algn="l">
              <a:lnSpc>
                <a:spcPct val="95000"/>
              </a:lnSpc>
              <a:spcBef>
                <a:spcPts val="560"/>
              </a:spcBef>
              <a:spcAft>
                <a:spcPts val="0"/>
              </a:spcAft>
              <a:buSzPts val="1400"/>
              <a:buNone/>
              <a:defRPr sz="16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6"/>
        <p:cNvGrpSpPr/>
        <p:nvPr/>
      </p:nvGrpSpPr>
      <p:grpSpPr>
        <a:xfrm>
          <a:off x="0" y="0"/>
          <a:ext cx="0" cy="0"/>
          <a:chOff x="0" y="0"/>
          <a:chExt cx="0" cy="0"/>
        </a:xfrm>
      </p:grpSpPr>
      <p:sp>
        <p:nvSpPr>
          <p:cNvPr id="57" name="Google Shape;57;p40"/>
          <p:cNvSpPr txBox="1">
            <a:spLocks noGrp="1"/>
          </p:cNvSpPr>
          <p:nvPr>
            <p:ph type="title"/>
          </p:nvPr>
        </p:nvSpPr>
        <p:spPr>
          <a:xfrm>
            <a:off x="655637" y="627062"/>
            <a:ext cx="8145462" cy="838200"/>
          </a:xfrm>
          <a:prstGeom prst="rect">
            <a:avLst/>
          </a:prstGeom>
          <a:noFill/>
          <a:ln>
            <a:noFill/>
          </a:ln>
        </p:spPr>
        <p:txBody>
          <a:bodyPr spcFirstLastPara="1" wrap="square" lIns="82100" tIns="41050" rIns="82100" bIns="41050" anchor="b"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8" name="Google Shape;58;p40"/>
          <p:cNvSpPr txBox="1">
            <a:spLocks noGrp="1"/>
          </p:cNvSpPr>
          <p:nvPr>
            <p:ph type="body" idx="1"/>
          </p:nvPr>
        </p:nvSpPr>
        <p:spPr>
          <a:xfrm>
            <a:off x="655638" y="1900238"/>
            <a:ext cx="3894137" cy="3571875"/>
          </a:xfrm>
          <a:prstGeom prst="rect">
            <a:avLst/>
          </a:prstGeom>
          <a:noFill/>
          <a:ln>
            <a:noFill/>
          </a:ln>
        </p:spPr>
        <p:txBody>
          <a:bodyPr spcFirstLastPara="1" wrap="square" lIns="82100" tIns="41050" rIns="82100" bIns="41050" anchor="t" anchorCtr="0">
            <a:noAutofit/>
          </a:bodyPr>
          <a:lstStyle>
            <a:lvl1pPr marL="457200" lvl="0" indent="-406400" algn="l">
              <a:lnSpc>
                <a:spcPct val="95000"/>
              </a:lnSpc>
              <a:spcBef>
                <a:spcPts val="1400"/>
              </a:spcBef>
              <a:spcAft>
                <a:spcPts val="0"/>
              </a:spcAft>
              <a:buSzPts val="2800"/>
              <a:buChar char="▪"/>
              <a:defRPr sz="2800"/>
            </a:lvl1pPr>
            <a:lvl2pPr marL="914400" lvl="1" indent="-228600" algn="l">
              <a:lnSpc>
                <a:spcPct val="95000"/>
              </a:lnSpc>
              <a:spcBef>
                <a:spcPts val="840"/>
              </a:spcBef>
              <a:spcAft>
                <a:spcPts val="0"/>
              </a:spcAft>
              <a:buSzPts val="1400"/>
              <a:buNone/>
              <a:defRPr sz="2400"/>
            </a:lvl2pPr>
            <a:lvl3pPr marL="1371600" lvl="2" indent="-228600" algn="l">
              <a:lnSpc>
                <a:spcPct val="95000"/>
              </a:lnSpc>
              <a:spcBef>
                <a:spcPts val="700"/>
              </a:spcBef>
              <a:spcAft>
                <a:spcPts val="0"/>
              </a:spcAft>
              <a:buSzPts val="1400"/>
              <a:buNone/>
              <a:defRPr sz="2000"/>
            </a:lvl3pPr>
            <a:lvl4pPr marL="1828800" lvl="3" indent="-228600" algn="l">
              <a:lnSpc>
                <a:spcPct val="95000"/>
              </a:lnSpc>
              <a:spcBef>
                <a:spcPts val="630"/>
              </a:spcBef>
              <a:spcAft>
                <a:spcPts val="0"/>
              </a:spcAft>
              <a:buSzPts val="1400"/>
              <a:buNone/>
              <a:defRPr sz="1800"/>
            </a:lvl4pPr>
            <a:lvl5pPr marL="2286000" lvl="4" indent="-228600" algn="l">
              <a:lnSpc>
                <a:spcPct val="95000"/>
              </a:lnSpc>
              <a:spcBef>
                <a:spcPts val="630"/>
              </a:spcBef>
              <a:spcAft>
                <a:spcPts val="0"/>
              </a:spcAft>
              <a:buSzPts val="1400"/>
              <a:buNone/>
              <a:defRPr sz="1800"/>
            </a:lvl5pPr>
            <a:lvl6pPr marL="2743200" lvl="5" indent="-228600" algn="l">
              <a:lnSpc>
                <a:spcPct val="95000"/>
              </a:lnSpc>
              <a:spcBef>
                <a:spcPts val="630"/>
              </a:spcBef>
              <a:spcAft>
                <a:spcPts val="0"/>
              </a:spcAft>
              <a:buSzPts val="1400"/>
              <a:buNone/>
              <a:defRPr sz="1800"/>
            </a:lvl6pPr>
            <a:lvl7pPr marL="3200400" lvl="6" indent="-228600" algn="l">
              <a:lnSpc>
                <a:spcPct val="95000"/>
              </a:lnSpc>
              <a:spcBef>
                <a:spcPts val="630"/>
              </a:spcBef>
              <a:spcAft>
                <a:spcPts val="0"/>
              </a:spcAft>
              <a:buSzPts val="1400"/>
              <a:buNone/>
              <a:defRPr sz="1800"/>
            </a:lvl7pPr>
            <a:lvl8pPr marL="3657600" lvl="7" indent="-228600" algn="l">
              <a:lnSpc>
                <a:spcPct val="95000"/>
              </a:lnSpc>
              <a:spcBef>
                <a:spcPts val="630"/>
              </a:spcBef>
              <a:spcAft>
                <a:spcPts val="0"/>
              </a:spcAft>
              <a:buSzPts val="1400"/>
              <a:buNone/>
              <a:defRPr sz="1800"/>
            </a:lvl8pPr>
            <a:lvl9pPr marL="4114800" lvl="8" indent="-228600" algn="l">
              <a:lnSpc>
                <a:spcPct val="95000"/>
              </a:lnSpc>
              <a:spcBef>
                <a:spcPts val="630"/>
              </a:spcBef>
              <a:spcAft>
                <a:spcPts val="0"/>
              </a:spcAft>
              <a:buSzPts val="1400"/>
              <a:buNone/>
              <a:defRPr sz="1800"/>
            </a:lvl9pPr>
          </a:lstStyle>
          <a:p>
            <a:endParaRPr/>
          </a:p>
        </p:txBody>
      </p:sp>
      <p:sp>
        <p:nvSpPr>
          <p:cNvPr id="59" name="Google Shape;59;p40"/>
          <p:cNvSpPr txBox="1">
            <a:spLocks noGrp="1"/>
          </p:cNvSpPr>
          <p:nvPr>
            <p:ph type="body" idx="2"/>
          </p:nvPr>
        </p:nvSpPr>
        <p:spPr>
          <a:xfrm>
            <a:off x="4702175" y="1900238"/>
            <a:ext cx="3894138" cy="3571875"/>
          </a:xfrm>
          <a:prstGeom prst="rect">
            <a:avLst/>
          </a:prstGeom>
          <a:noFill/>
          <a:ln>
            <a:noFill/>
          </a:ln>
        </p:spPr>
        <p:txBody>
          <a:bodyPr spcFirstLastPara="1" wrap="square" lIns="82100" tIns="41050" rIns="82100" bIns="41050" anchor="t" anchorCtr="0">
            <a:noAutofit/>
          </a:bodyPr>
          <a:lstStyle>
            <a:lvl1pPr marL="457200" lvl="0" indent="-406400" algn="l">
              <a:lnSpc>
                <a:spcPct val="95000"/>
              </a:lnSpc>
              <a:spcBef>
                <a:spcPts val="1400"/>
              </a:spcBef>
              <a:spcAft>
                <a:spcPts val="0"/>
              </a:spcAft>
              <a:buSzPts val="2800"/>
              <a:buChar char="▪"/>
              <a:defRPr sz="2800"/>
            </a:lvl1pPr>
            <a:lvl2pPr marL="914400" lvl="1" indent="-228600" algn="l">
              <a:lnSpc>
                <a:spcPct val="95000"/>
              </a:lnSpc>
              <a:spcBef>
                <a:spcPts val="840"/>
              </a:spcBef>
              <a:spcAft>
                <a:spcPts val="0"/>
              </a:spcAft>
              <a:buSzPts val="1400"/>
              <a:buNone/>
              <a:defRPr sz="2400"/>
            </a:lvl2pPr>
            <a:lvl3pPr marL="1371600" lvl="2" indent="-228600" algn="l">
              <a:lnSpc>
                <a:spcPct val="95000"/>
              </a:lnSpc>
              <a:spcBef>
                <a:spcPts val="700"/>
              </a:spcBef>
              <a:spcAft>
                <a:spcPts val="0"/>
              </a:spcAft>
              <a:buSzPts val="1400"/>
              <a:buNone/>
              <a:defRPr sz="2000"/>
            </a:lvl3pPr>
            <a:lvl4pPr marL="1828800" lvl="3" indent="-228600" algn="l">
              <a:lnSpc>
                <a:spcPct val="95000"/>
              </a:lnSpc>
              <a:spcBef>
                <a:spcPts val="630"/>
              </a:spcBef>
              <a:spcAft>
                <a:spcPts val="0"/>
              </a:spcAft>
              <a:buSzPts val="1400"/>
              <a:buNone/>
              <a:defRPr sz="1800"/>
            </a:lvl4pPr>
            <a:lvl5pPr marL="2286000" lvl="4" indent="-228600" algn="l">
              <a:lnSpc>
                <a:spcPct val="95000"/>
              </a:lnSpc>
              <a:spcBef>
                <a:spcPts val="630"/>
              </a:spcBef>
              <a:spcAft>
                <a:spcPts val="0"/>
              </a:spcAft>
              <a:buSzPts val="1400"/>
              <a:buNone/>
              <a:defRPr sz="1800"/>
            </a:lvl5pPr>
            <a:lvl6pPr marL="2743200" lvl="5" indent="-228600" algn="l">
              <a:lnSpc>
                <a:spcPct val="95000"/>
              </a:lnSpc>
              <a:spcBef>
                <a:spcPts val="630"/>
              </a:spcBef>
              <a:spcAft>
                <a:spcPts val="0"/>
              </a:spcAft>
              <a:buSzPts val="1400"/>
              <a:buNone/>
              <a:defRPr sz="1800"/>
            </a:lvl6pPr>
            <a:lvl7pPr marL="3200400" lvl="6" indent="-228600" algn="l">
              <a:lnSpc>
                <a:spcPct val="95000"/>
              </a:lnSpc>
              <a:spcBef>
                <a:spcPts val="630"/>
              </a:spcBef>
              <a:spcAft>
                <a:spcPts val="0"/>
              </a:spcAft>
              <a:buSzPts val="1400"/>
              <a:buNone/>
              <a:defRPr sz="1800"/>
            </a:lvl7pPr>
            <a:lvl8pPr marL="3657600" lvl="7" indent="-228600" algn="l">
              <a:lnSpc>
                <a:spcPct val="95000"/>
              </a:lnSpc>
              <a:spcBef>
                <a:spcPts val="630"/>
              </a:spcBef>
              <a:spcAft>
                <a:spcPts val="0"/>
              </a:spcAft>
              <a:buSzPts val="1400"/>
              <a:buNone/>
              <a:defRPr sz="1800"/>
            </a:lvl8pPr>
            <a:lvl9pPr marL="4114800" lvl="8" indent="-228600" algn="l">
              <a:lnSpc>
                <a:spcPct val="95000"/>
              </a:lnSpc>
              <a:spcBef>
                <a:spcPts val="630"/>
              </a:spcBef>
              <a:spcAft>
                <a:spcPts val="0"/>
              </a:spcAft>
              <a:buSzPts val="1400"/>
              <a:buNone/>
              <a:defRPr sz="18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0"/>
        <p:cNvGrpSpPr/>
        <p:nvPr/>
      </p:nvGrpSpPr>
      <p:grpSpPr>
        <a:xfrm>
          <a:off x="0" y="0"/>
          <a:ext cx="0" cy="0"/>
          <a:chOff x="0" y="0"/>
          <a:chExt cx="0" cy="0"/>
        </a:xfrm>
      </p:grpSpPr>
      <p:sp>
        <p:nvSpPr>
          <p:cNvPr id="61" name="Google Shape;61;p41"/>
          <p:cNvSpPr txBox="1">
            <a:spLocks noGrp="1"/>
          </p:cNvSpPr>
          <p:nvPr>
            <p:ph type="title"/>
          </p:nvPr>
        </p:nvSpPr>
        <p:spPr>
          <a:xfrm>
            <a:off x="722313" y="4406900"/>
            <a:ext cx="7772400" cy="1362075"/>
          </a:xfrm>
          <a:prstGeom prst="rect">
            <a:avLst/>
          </a:prstGeom>
          <a:noFill/>
          <a:ln>
            <a:noFill/>
          </a:ln>
        </p:spPr>
        <p:txBody>
          <a:bodyPr spcFirstLastPara="1" wrap="square" lIns="82100" tIns="41050" rIns="82100" bIns="41050" anchor="t" anchorCtr="0">
            <a:noAutofit/>
          </a:bodyPr>
          <a:lstStyle>
            <a:lvl1pPr lvl="0" algn="l">
              <a:lnSpc>
                <a:spcPct val="90000"/>
              </a:lnSpc>
              <a:spcBef>
                <a:spcPts val="0"/>
              </a:spcBef>
              <a:spcAft>
                <a:spcPts val="0"/>
              </a:spcAft>
              <a:buSzPts val="1400"/>
              <a:buNone/>
              <a:defRPr sz="4000" b="1" cap="none"/>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2" name="Google Shape;62;p41"/>
          <p:cNvSpPr txBox="1">
            <a:spLocks noGrp="1"/>
          </p:cNvSpPr>
          <p:nvPr>
            <p:ph type="body" idx="1"/>
          </p:nvPr>
        </p:nvSpPr>
        <p:spPr>
          <a:xfrm>
            <a:off x="722313" y="2906713"/>
            <a:ext cx="7772400" cy="1500187"/>
          </a:xfrm>
          <a:prstGeom prst="rect">
            <a:avLst/>
          </a:prstGeom>
          <a:noFill/>
          <a:ln>
            <a:noFill/>
          </a:ln>
        </p:spPr>
        <p:txBody>
          <a:bodyPr spcFirstLastPara="1" wrap="square" lIns="82100" tIns="41050" rIns="82100" bIns="41050" anchor="b" anchorCtr="0">
            <a:noAutofit/>
          </a:bodyPr>
          <a:lstStyle>
            <a:lvl1pPr marL="457200" lvl="0" indent="-228600" algn="l">
              <a:lnSpc>
                <a:spcPct val="95000"/>
              </a:lnSpc>
              <a:spcBef>
                <a:spcPts val="1000"/>
              </a:spcBef>
              <a:spcAft>
                <a:spcPts val="0"/>
              </a:spcAft>
              <a:buSzPts val="2000"/>
              <a:buNone/>
              <a:defRPr sz="2000"/>
            </a:lvl1pPr>
            <a:lvl2pPr marL="914400" lvl="1" indent="-228600" algn="l">
              <a:lnSpc>
                <a:spcPct val="95000"/>
              </a:lnSpc>
              <a:spcBef>
                <a:spcPts val="630"/>
              </a:spcBef>
              <a:spcAft>
                <a:spcPts val="0"/>
              </a:spcAft>
              <a:buSzPts val="1800"/>
              <a:buFont typeface="Arial"/>
              <a:buNone/>
              <a:defRPr sz="1800"/>
            </a:lvl2pPr>
            <a:lvl3pPr marL="1371600" lvl="2" indent="-228600" algn="l">
              <a:lnSpc>
                <a:spcPct val="95000"/>
              </a:lnSpc>
              <a:spcBef>
                <a:spcPts val="560"/>
              </a:spcBef>
              <a:spcAft>
                <a:spcPts val="0"/>
              </a:spcAft>
              <a:buSzPts val="1600"/>
              <a:buFont typeface="Arial"/>
              <a:buNone/>
              <a:defRPr sz="1600"/>
            </a:lvl3pPr>
            <a:lvl4pPr marL="1828800" lvl="3" indent="-228600" algn="l">
              <a:lnSpc>
                <a:spcPct val="95000"/>
              </a:lnSpc>
              <a:spcBef>
                <a:spcPts val="490"/>
              </a:spcBef>
              <a:spcAft>
                <a:spcPts val="0"/>
              </a:spcAft>
              <a:buSzPts val="1400"/>
              <a:buFont typeface="Arial"/>
              <a:buNone/>
              <a:defRPr sz="1400"/>
            </a:lvl4pPr>
            <a:lvl5pPr marL="2286000" lvl="4" indent="-228600" algn="l">
              <a:lnSpc>
                <a:spcPct val="95000"/>
              </a:lnSpc>
              <a:spcBef>
                <a:spcPts val="490"/>
              </a:spcBef>
              <a:spcAft>
                <a:spcPts val="0"/>
              </a:spcAft>
              <a:buSzPts val="1400"/>
              <a:buFont typeface="Arial"/>
              <a:buNone/>
              <a:defRPr sz="1400"/>
            </a:lvl5pPr>
            <a:lvl6pPr marL="2743200" lvl="5" indent="-228600" algn="l">
              <a:lnSpc>
                <a:spcPct val="95000"/>
              </a:lnSpc>
              <a:spcBef>
                <a:spcPts val="490"/>
              </a:spcBef>
              <a:spcAft>
                <a:spcPts val="0"/>
              </a:spcAft>
              <a:buSzPts val="1400"/>
              <a:buFont typeface="Arial"/>
              <a:buNone/>
              <a:defRPr sz="1400"/>
            </a:lvl6pPr>
            <a:lvl7pPr marL="3200400" lvl="6" indent="-228600" algn="l">
              <a:lnSpc>
                <a:spcPct val="95000"/>
              </a:lnSpc>
              <a:spcBef>
                <a:spcPts val="490"/>
              </a:spcBef>
              <a:spcAft>
                <a:spcPts val="0"/>
              </a:spcAft>
              <a:buSzPts val="1400"/>
              <a:buFont typeface="Arial"/>
              <a:buNone/>
              <a:defRPr sz="1400"/>
            </a:lvl7pPr>
            <a:lvl8pPr marL="3657600" lvl="7" indent="-228600" algn="l">
              <a:lnSpc>
                <a:spcPct val="95000"/>
              </a:lnSpc>
              <a:spcBef>
                <a:spcPts val="490"/>
              </a:spcBef>
              <a:spcAft>
                <a:spcPts val="0"/>
              </a:spcAft>
              <a:buSzPts val="1400"/>
              <a:buFont typeface="Arial"/>
              <a:buNone/>
              <a:defRPr sz="1400"/>
            </a:lvl8pPr>
            <a:lvl9pPr marL="4114800" lvl="8" indent="-228600" algn="l">
              <a:lnSpc>
                <a:spcPct val="95000"/>
              </a:lnSpc>
              <a:spcBef>
                <a:spcPts val="490"/>
              </a:spcBef>
              <a:spcAft>
                <a:spcPts val="0"/>
              </a:spcAft>
              <a:buSzPts val="1400"/>
              <a:buFont typeface="Arial"/>
              <a:buNone/>
              <a:defRPr sz="14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4.jp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29" descr="PPt_CoverArt1"/>
          <p:cNvPicPr preferRelativeResize="0"/>
          <p:nvPr/>
        </p:nvPicPr>
        <p:blipFill rotWithShape="1">
          <a:blip r:embed="rId3">
            <a:alphaModFix/>
          </a:blip>
          <a:srcRect/>
          <a:stretch/>
        </p:blipFill>
        <p:spPr>
          <a:xfrm>
            <a:off x="0" y="1893887"/>
            <a:ext cx="9140825" cy="2449512"/>
          </a:xfrm>
          <a:prstGeom prst="rect">
            <a:avLst/>
          </a:prstGeom>
          <a:noFill/>
          <a:ln>
            <a:noFill/>
          </a:ln>
        </p:spPr>
      </p:pic>
      <p:sp>
        <p:nvSpPr>
          <p:cNvPr id="11" name="Google Shape;11;p29"/>
          <p:cNvSpPr txBox="1"/>
          <p:nvPr/>
        </p:nvSpPr>
        <p:spPr>
          <a:xfrm>
            <a:off x="4498975" y="6672262"/>
            <a:ext cx="2022475" cy="188912"/>
          </a:xfrm>
          <a:prstGeom prst="rect">
            <a:avLst/>
          </a:prstGeom>
          <a:noFill/>
          <a:ln>
            <a:noFill/>
          </a:ln>
        </p:spPr>
        <p:txBody>
          <a:bodyPr spcFirstLastPara="1" wrap="square" lIns="82100" tIns="41050" rIns="82100" bIns="41050" anchor="b" anchorCtr="1">
            <a:spAutoFit/>
          </a:bodyPr>
          <a:lstStyle/>
          <a:p>
            <a:pPr marL="0" marR="0" lvl="0" indent="0" algn="l" rtl="0">
              <a:lnSpc>
                <a:spcPct val="100000"/>
              </a:lnSpc>
              <a:spcBef>
                <a:spcPts val="0"/>
              </a:spcBef>
              <a:spcAft>
                <a:spcPts val="0"/>
              </a:spcAft>
              <a:buClr>
                <a:srgbClr val="D3D3D3"/>
              </a:buClr>
              <a:buSzPts val="700"/>
              <a:buFont typeface="Arial"/>
              <a:buNone/>
            </a:pPr>
            <a:r>
              <a:rPr lang="en-US" sz="700" b="0" i="0" u="none" strike="noStrike" cap="none">
                <a:solidFill>
                  <a:srgbClr val="D3D3D3"/>
                </a:solidFill>
                <a:latin typeface="Arial"/>
                <a:ea typeface="Arial"/>
                <a:cs typeface="Arial"/>
                <a:sym typeface="Arial"/>
              </a:rPr>
              <a:t>© 2007 Cisco Systems, Inc. All rights reserved.</a:t>
            </a:r>
            <a:endParaRPr sz="1400" b="0" i="0" u="none" strike="noStrike" cap="none">
              <a:solidFill>
                <a:srgbClr val="000000"/>
              </a:solidFill>
              <a:latin typeface="Arial"/>
              <a:ea typeface="Arial"/>
              <a:cs typeface="Arial"/>
              <a:sym typeface="Arial"/>
            </a:endParaRPr>
          </a:p>
        </p:txBody>
      </p:sp>
      <p:sp>
        <p:nvSpPr>
          <p:cNvPr id="12" name="Google Shape;12;p29"/>
          <p:cNvSpPr txBox="1"/>
          <p:nvPr/>
        </p:nvSpPr>
        <p:spPr>
          <a:xfrm>
            <a:off x="7123112" y="6672262"/>
            <a:ext cx="650875" cy="188912"/>
          </a:xfrm>
          <a:prstGeom prst="rect">
            <a:avLst/>
          </a:prstGeom>
          <a:noFill/>
          <a:ln>
            <a:noFill/>
          </a:ln>
        </p:spPr>
        <p:txBody>
          <a:bodyPr spcFirstLastPara="1" wrap="square" lIns="82100" tIns="41050" rIns="82100" bIns="41050" anchor="b" anchorCtr="0">
            <a:spAutoFit/>
          </a:bodyPr>
          <a:lstStyle/>
          <a:p>
            <a:pPr marL="0" marR="0" lvl="0" indent="0" algn="r" rtl="0">
              <a:lnSpc>
                <a:spcPct val="100000"/>
              </a:lnSpc>
              <a:spcBef>
                <a:spcPts val="0"/>
              </a:spcBef>
              <a:spcAft>
                <a:spcPts val="0"/>
              </a:spcAft>
              <a:buClr>
                <a:srgbClr val="D3D3D3"/>
              </a:buClr>
              <a:buSzPts val="700"/>
              <a:buFont typeface="Arial"/>
              <a:buNone/>
            </a:pPr>
            <a:r>
              <a:rPr lang="en-US" sz="700" b="0" i="0" u="none" strike="noStrike" cap="none">
                <a:solidFill>
                  <a:srgbClr val="D3D3D3"/>
                </a:solidFill>
                <a:latin typeface="Arial"/>
                <a:ea typeface="Arial"/>
                <a:cs typeface="Arial"/>
                <a:sym typeface="Arial"/>
              </a:rPr>
              <a:t>Cisco Public</a:t>
            </a:r>
            <a:endParaRPr sz="1400" b="0" i="0" u="none" strike="noStrike" cap="none">
              <a:solidFill>
                <a:srgbClr val="000000"/>
              </a:solidFill>
              <a:latin typeface="Arial"/>
              <a:ea typeface="Arial"/>
              <a:cs typeface="Arial"/>
              <a:sym typeface="Arial"/>
            </a:endParaRPr>
          </a:p>
        </p:txBody>
      </p:sp>
      <p:sp>
        <p:nvSpPr>
          <p:cNvPr id="13" name="Google Shape;13;p29"/>
          <p:cNvSpPr txBox="1"/>
          <p:nvPr/>
        </p:nvSpPr>
        <p:spPr>
          <a:xfrm>
            <a:off x="193675" y="6565900"/>
            <a:ext cx="962025" cy="295275"/>
          </a:xfrm>
          <a:prstGeom prst="rect">
            <a:avLst/>
          </a:prstGeom>
          <a:noFill/>
          <a:ln>
            <a:noFill/>
          </a:ln>
        </p:spPr>
        <p:txBody>
          <a:bodyPr spcFirstLastPara="1" wrap="square" lIns="82100" tIns="41050" rIns="82100" bIns="41050" anchor="b" anchorCtr="0">
            <a:spAutoFit/>
          </a:bodyPr>
          <a:lstStyle/>
          <a:p>
            <a:pPr marL="0" marR="0" lvl="0" indent="0" algn="l" rtl="0">
              <a:lnSpc>
                <a:spcPct val="100000"/>
              </a:lnSpc>
              <a:spcBef>
                <a:spcPts val="0"/>
              </a:spcBef>
              <a:spcAft>
                <a:spcPts val="0"/>
              </a:spcAft>
              <a:buClr>
                <a:srgbClr val="D3D3D3"/>
              </a:buClr>
              <a:buSzPts val="700"/>
              <a:buFont typeface="Arial"/>
              <a:buNone/>
            </a:pPr>
            <a:r>
              <a:rPr lang="en-US" sz="700" b="0" i="0" u="none" strike="noStrike" cap="none">
                <a:solidFill>
                  <a:srgbClr val="D3D3D3"/>
                </a:solidFill>
                <a:latin typeface="Arial"/>
                <a:ea typeface="Arial"/>
                <a:cs typeface="Arial"/>
                <a:sym typeface="Arial"/>
              </a:rPr>
              <a:t>ITE PC v4.0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D3D3D3"/>
              </a:buClr>
              <a:buSzPts val="700"/>
              <a:buFont typeface="Arial"/>
              <a:buNone/>
            </a:pPr>
            <a:r>
              <a:rPr lang="en-US" sz="700" b="0" i="0" u="none" strike="noStrike" cap="none">
                <a:solidFill>
                  <a:srgbClr val="D3D3D3"/>
                </a:solidFill>
                <a:latin typeface="Arial"/>
                <a:ea typeface="Arial"/>
                <a:cs typeface="Arial"/>
                <a:sym typeface="Arial"/>
              </a:rPr>
              <a:t>Chapter 1</a:t>
            </a:r>
            <a:endParaRPr sz="1400" b="0" i="0" u="none" strike="noStrike" cap="none">
              <a:solidFill>
                <a:srgbClr val="000000"/>
              </a:solidFill>
              <a:latin typeface="Arial"/>
              <a:ea typeface="Arial"/>
              <a:cs typeface="Arial"/>
              <a:sym typeface="Arial"/>
            </a:endParaRPr>
          </a:p>
        </p:txBody>
      </p:sp>
      <p:sp>
        <p:nvSpPr>
          <p:cNvPr id="14" name="Google Shape;14;p29"/>
          <p:cNvSpPr txBox="1"/>
          <p:nvPr/>
        </p:nvSpPr>
        <p:spPr>
          <a:xfrm>
            <a:off x="8596312" y="6626225"/>
            <a:ext cx="320675" cy="234950"/>
          </a:xfrm>
          <a:prstGeom prst="rect">
            <a:avLst/>
          </a:prstGeom>
          <a:noFill/>
          <a:ln>
            <a:noFill/>
          </a:ln>
        </p:spPr>
        <p:txBody>
          <a:bodyPr spcFirstLastPara="1" wrap="square" lIns="82100" tIns="41050" rIns="82100" bIns="41050" anchor="b" anchorCtr="0">
            <a:spAutoFit/>
          </a:bodyPr>
          <a:lstStyle/>
          <a:p>
            <a:pPr marL="0" marR="0" lvl="0" indent="0" algn="r" rtl="0">
              <a:lnSpc>
                <a:spcPct val="100000"/>
              </a:lnSpc>
              <a:spcBef>
                <a:spcPts val="0"/>
              </a:spcBef>
              <a:spcAft>
                <a:spcPts val="0"/>
              </a:spcAft>
              <a:buClr>
                <a:srgbClr val="D3D3D3"/>
              </a:buClr>
              <a:buSzPts val="1000"/>
              <a:buFont typeface="Arial"/>
              <a:buNone/>
            </a:pPr>
            <a:fld id="{00000000-1234-1234-1234-123412341234}" type="slidenum">
              <a:rPr lang="en-US" sz="1000" b="0" i="0" u="none" strike="noStrike" cap="none">
                <a:solidFill>
                  <a:srgbClr val="D3D3D3"/>
                </a:solidFill>
                <a:latin typeface="Arial"/>
                <a:ea typeface="Arial"/>
                <a:cs typeface="Arial"/>
                <a:sym typeface="Arial"/>
              </a:rPr>
              <a:t>‹Nº›</a:t>
            </a:fld>
            <a:endParaRPr sz="1400" b="0" i="0" u="none" strike="noStrike" cap="none">
              <a:solidFill>
                <a:srgbClr val="000000"/>
              </a:solidFill>
              <a:latin typeface="Arial"/>
              <a:ea typeface="Arial"/>
              <a:cs typeface="Arial"/>
              <a:sym typeface="Arial"/>
            </a:endParaRPr>
          </a:p>
        </p:txBody>
      </p:sp>
      <p:pic>
        <p:nvPicPr>
          <p:cNvPr id="15" name="Google Shape;15;p29" descr="Cisco_NewLogo"/>
          <p:cNvPicPr preferRelativeResize="0"/>
          <p:nvPr/>
        </p:nvPicPr>
        <p:blipFill rotWithShape="1">
          <a:blip r:embed="rId4">
            <a:alphaModFix/>
          </a:blip>
          <a:srcRect/>
          <a:stretch/>
        </p:blipFill>
        <p:spPr>
          <a:xfrm>
            <a:off x="5483225" y="5940425"/>
            <a:ext cx="3354387" cy="474662"/>
          </a:xfrm>
          <a:prstGeom prst="rect">
            <a:avLst/>
          </a:prstGeom>
          <a:noFill/>
          <a:ln>
            <a:noFill/>
          </a:ln>
        </p:spPr>
      </p:pic>
      <p:pic>
        <p:nvPicPr>
          <p:cNvPr id="16" name="Google Shape;16;p29" descr="Cisco"/>
          <p:cNvPicPr preferRelativeResize="0"/>
          <p:nvPr/>
        </p:nvPicPr>
        <p:blipFill rotWithShape="1">
          <a:blip r:embed="rId5">
            <a:alphaModFix/>
          </a:blip>
          <a:srcRect/>
          <a:stretch/>
        </p:blipFill>
        <p:spPr>
          <a:xfrm>
            <a:off x="246062" y="119062"/>
            <a:ext cx="1171575" cy="904875"/>
          </a:xfrm>
          <a:prstGeom prst="rect">
            <a:avLst/>
          </a:prstGeom>
          <a:noFill/>
          <a:ln>
            <a:noFill/>
          </a:ln>
        </p:spPr>
      </p:pic>
      <p:sp>
        <p:nvSpPr>
          <p:cNvPr id="17" name="Google Shape;17;p29"/>
          <p:cNvSpPr txBox="1">
            <a:spLocks noGrp="1"/>
          </p:cNvSpPr>
          <p:nvPr>
            <p:ph type="title"/>
          </p:nvPr>
        </p:nvSpPr>
        <p:spPr>
          <a:xfrm>
            <a:off x="655637" y="627062"/>
            <a:ext cx="8145462" cy="838200"/>
          </a:xfrm>
          <a:prstGeom prst="rect">
            <a:avLst/>
          </a:prstGeom>
          <a:noFill/>
          <a:ln>
            <a:noFill/>
          </a:ln>
        </p:spPr>
        <p:txBody>
          <a:bodyPr spcFirstLastPara="1" wrap="square" lIns="82100" tIns="41050" rIns="82100" bIns="41050" anchor="b" anchorCtr="0">
            <a:noAutofit/>
          </a:bodyPr>
          <a:lstStyle>
            <a:lvl1pPr marR="0" lvl="0" algn="l" rtl="0">
              <a:lnSpc>
                <a:spcPct val="90000"/>
              </a:lnSpc>
              <a:spcBef>
                <a:spcPts val="0"/>
              </a:spcBef>
              <a:spcAft>
                <a:spcPts val="0"/>
              </a:spcAft>
              <a:buClr>
                <a:srgbClr val="000000"/>
              </a:buClr>
              <a:buSzPts val="1400"/>
              <a:buFont typeface="Arial"/>
              <a:buNone/>
              <a:defRPr sz="3200" b="1" i="0" u="none" strike="noStrike" cap="none">
                <a:solidFill>
                  <a:srgbClr val="708CA1"/>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3200" b="1" i="0" u="none" strike="noStrike" cap="none">
                <a:solidFill>
                  <a:srgbClr val="708CA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3200" b="1" i="0" u="none" strike="noStrike" cap="none">
                <a:solidFill>
                  <a:srgbClr val="708CA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3200" b="1" i="0" u="none" strike="noStrike" cap="none">
                <a:solidFill>
                  <a:srgbClr val="708CA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3200" b="1" i="0" u="none" strike="noStrike" cap="none">
                <a:solidFill>
                  <a:srgbClr val="708CA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3200" b="1" i="0" u="none" strike="noStrike" cap="none">
                <a:solidFill>
                  <a:srgbClr val="708CA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3200" b="1" i="0" u="none" strike="noStrike" cap="none">
                <a:solidFill>
                  <a:srgbClr val="708CA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3200" b="1" i="0" u="none" strike="noStrike" cap="none">
                <a:solidFill>
                  <a:srgbClr val="708CA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3200" b="1" i="0" u="none" strike="noStrike" cap="none">
                <a:solidFill>
                  <a:srgbClr val="708CA1"/>
                </a:solidFill>
                <a:latin typeface="Arial"/>
                <a:ea typeface="Arial"/>
                <a:cs typeface="Arial"/>
                <a:sym typeface="Arial"/>
              </a:defRPr>
            </a:lvl9pPr>
          </a:lstStyle>
          <a:p>
            <a:endParaRPr/>
          </a:p>
        </p:txBody>
      </p:sp>
      <p:sp>
        <p:nvSpPr>
          <p:cNvPr id="18" name="Google Shape;18;p29"/>
          <p:cNvSpPr txBox="1">
            <a:spLocks noGrp="1"/>
          </p:cNvSpPr>
          <p:nvPr>
            <p:ph type="body" idx="1"/>
          </p:nvPr>
        </p:nvSpPr>
        <p:spPr>
          <a:xfrm>
            <a:off x="655637" y="1900237"/>
            <a:ext cx="7940675" cy="3571875"/>
          </a:xfrm>
          <a:prstGeom prst="rect">
            <a:avLst/>
          </a:prstGeom>
          <a:noFill/>
          <a:ln>
            <a:noFill/>
          </a:ln>
        </p:spPr>
        <p:txBody>
          <a:bodyPr spcFirstLastPara="1" wrap="square" lIns="82100" tIns="41050" rIns="82100" bIns="41050" anchor="t" anchorCtr="0">
            <a:noAutofit/>
          </a:bodyPr>
          <a:lstStyle>
            <a:lvl1pPr marL="457200" marR="0" lvl="0" indent="-381000" algn="l" rtl="0">
              <a:lnSpc>
                <a:spcPct val="95000"/>
              </a:lnSpc>
              <a:spcBef>
                <a:spcPts val="1200"/>
              </a:spcBef>
              <a:spcAft>
                <a:spcPts val="0"/>
              </a:spcAft>
              <a:buClr>
                <a:srgbClr val="708CA1"/>
              </a:buClr>
              <a:buSzPts val="2400"/>
              <a:buFont typeface="Noto Sans Symbols"/>
              <a:buChar char="▪"/>
              <a:defRPr sz="2400" b="0" i="0" u="none" strike="noStrike" cap="none">
                <a:solidFill>
                  <a:schemeClr val="dk1"/>
                </a:solidFill>
                <a:latin typeface="Arial"/>
                <a:ea typeface="Arial"/>
                <a:cs typeface="Arial"/>
                <a:sym typeface="Arial"/>
              </a:defRPr>
            </a:lvl1pPr>
            <a:lvl2pPr marL="914400" marR="0" lvl="1" indent="-228600" algn="l" rtl="0">
              <a:lnSpc>
                <a:spcPct val="95000"/>
              </a:lnSpc>
              <a:spcBef>
                <a:spcPts val="7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L="1371600" marR="0" lvl="2" indent="-228600" algn="l" rtl="0">
              <a:lnSpc>
                <a:spcPct val="95000"/>
              </a:lnSpc>
              <a:spcBef>
                <a:spcPts val="7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5000"/>
              </a:lnSpc>
              <a:spcBef>
                <a:spcPts val="7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95000"/>
              </a:lnSpc>
              <a:spcBef>
                <a:spcPts val="7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L="2743200" marR="0" lvl="5" indent="-228600" algn="l" rtl="0">
              <a:lnSpc>
                <a:spcPct val="95000"/>
              </a:lnSpc>
              <a:spcBef>
                <a:spcPts val="7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L="3200400" marR="0" lvl="6" indent="-228600" algn="l" rtl="0">
              <a:lnSpc>
                <a:spcPct val="95000"/>
              </a:lnSpc>
              <a:spcBef>
                <a:spcPts val="7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L="3657600" marR="0" lvl="7" indent="-228600" algn="l" rtl="0">
              <a:lnSpc>
                <a:spcPct val="95000"/>
              </a:lnSpc>
              <a:spcBef>
                <a:spcPts val="7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L="4114800" marR="0" lvl="8" indent="-228600" algn="l" rtl="0">
              <a:lnSpc>
                <a:spcPct val="95000"/>
              </a:lnSpc>
              <a:spcBef>
                <a:spcPts val="7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
        <p:cNvGrpSpPr/>
        <p:nvPr/>
      </p:nvGrpSpPr>
      <p:grpSpPr>
        <a:xfrm>
          <a:off x="0" y="0"/>
          <a:ext cx="0" cy="0"/>
          <a:chOff x="0" y="0"/>
          <a:chExt cx="0" cy="0"/>
        </a:xfrm>
      </p:grpSpPr>
      <p:sp>
        <p:nvSpPr>
          <p:cNvPr id="23" name="Google Shape;23;p31"/>
          <p:cNvSpPr txBox="1">
            <a:spLocks noGrp="1"/>
          </p:cNvSpPr>
          <p:nvPr>
            <p:ph type="title"/>
          </p:nvPr>
        </p:nvSpPr>
        <p:spPr>
          <a:xfrm>
            <a:off x="655637" y="627062"/>
            <a:ext cx="8145462" cy="838200"/>
          </a:xfrm>
          <a:prstGeom prst="rect">
            <a:avLst/>
          </a:prstGeom>
          <a:noFill/>
          <a:ln>
            <a:noFill/>
          </a:ln>
        </p:spPr>
        <p:txBody>
          <a:bodyPr spcFirstLastPara="1" wrap="square" lIns="82100" tIns="41050" rIns="82100" bIns="41050" anchor="b" anchorCtr="0">
            <a:noAutofit/>
          </a:bodyPr>
          <a:lstStyle>
            <a:lvl1pPr marR="0" lvl="0" algn="l" rtl="0">
              <a:lnSpc>
                <a:spcPct val="90000"/>
              </a:lnSpc>
              <a:spcBef>
                <a:spcPts val="0"/>
              </a:spcBef>
              <a:spcAft>
                <a:spcPts val="0"/>
              </a:spcAft>
              <a:buClr>
                <a:srgbClr val="000000"/>
              </a:buClr>
              <a:buSzPts val="1400"/>
              <a:buFont typeface="Arial"/>
              <a:buNone/>
              <a:defRPr sz="3200" b="1" i="0" u="none" strike="noStrike" cap="none">
                <a:solidFill>
                  <a:srgbClr val="708CA1"/>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3200" b="1" i="0" u="none" strike="noStrike" cap="none">
                <a:solidFill>
                  <a:srgbClr val="708CA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3200" b="1" i="0" u="none" strike="noStrike" cap="none">
                <a:solidFill>
                  <a:srgbClr val="708CA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3200" b="1" i="0" u="none" strike="noStrike" cap="none">
                <a:solidFill>
                  <a:srgbClr val="708CA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3200" b="1" i="0" u="none" strike="noStrike" cap="none">
                <a:solidFill>
                  <a:srgbClr val="708CA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3200" b="1" i="0" u="none" strike="noStrike" cap="none">
                <a:solidFill>
                  <a:srgbClr val="708CA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3200" b="1" i="0" u="none" strike="noStrike" cap="none">
                <a:solidFill>
                  <a:srgbClr val="708CA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3200" b="1" i="0" u="none" strike="noStrike" cap="none">
                <a:solidFill>
                  <a:srgbClr val="708CA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3200" b="1" i="0" u="none" strike="noStrike" cap="none">
                <a:solidFill>
                  <a:srgbClr val="708CA1"/>
                </a:solidFill>
                <a:latin typeface="Arial"/>
                <a:ea typeface="Arial"/>
                <a:cs typeface="Arial"/>
                <a:sym typeface="Arial"/>
              </a:defRPr>
            </a:lvl9pPr>
          </a:lstStyle>
          <a:p>
            <a:endParaRPr/>
          </a:p>
        </p:txBody>
      </p:sp>
      <p:sp>
        <p:nvSpPr>
          <p:cNvPr id="24" name="Google Shape;24;p31"/>
          <p:cNvSpPr txBox="1"/>
          <p:nvPr/>
        </p:nvSpPr>
        <p:spPr>
          <a:xfrm>
            <a:off x="193675" y="6565900"/>
            <a:ext cx="962025" cy="295275"/>
          </a:xfrm>
          <a:prstGeom prst="rect">
            <a:avLst/>
          </a:prstGeom>
          <a:noFill/>
          <a:ln>
            <a:noFill/>
          </a:ln>
        </p:spPr>
        <p:txBody>
          <a:bodyPr spcFirstLastPara="1" wrap="square" lIns="82100" tIns="41050" rIns="82100" bIns="41050" anchor="b" anchorCtr="0">
            <a:spAutoFit/>
          </a:bodyPr>
          <a:lstStyle/>
          <a:p>
            <a:pPr marL="0" marR="0" lvl="0" indent="0" algn="l" rtl="0">
              <a:lnSpc>
                <a:spcPct val="100000"/>
              </a:lnSpc>
              <a:spcBef>
                <a:spcPts val="0"/>
              </a:spcBef>
              <a:spcAft>
                <a:spcPts val="0"/>
              </a:spcAft>
              <a:buClr>
                <a:srgbClr val="D3D3D3"/>
              </a:buClr>
              <a:buSzPts val="700"/>
              <a:buFont typeface="Arial"/>
              <a:buNone/>
            </a:pPr>
            <a:r>
              <a:rPr lang="en-US" sz="700" b="0" i="0" u="none" strike="noStrike" cap="none">
                <a:solidFill>
                  <a:srgbClr val="D3D3D3"/>
                </a:solidFill>
                <a:latin typeface="Arial"/>
                <a:ea typeface="Arial"/>
                <a:cs typeface="Arial"/>
                <a:sym typeface="Arial"/>
              </a:rPr>
              <a:t>ITE PC v4.0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D3D3D3"/>
              </a:buClr>
              <a:buSzPts val="700"/>
              <a:buFont typeface="Arial"/>
              <a:buNone/>
            </a:pPr>
            <a:r>
              <a:rPr lang="en-US" sz="700" b="0" i="0" u="none" strike="noStrike" cap="none">
                <a:solidFill>
                  <a:srgbClr val="D3D3D3"/>
                </a:solidFill>
                <a:latin typeface="Arial"/>
                <a:ea typeface="Arial"/>
                <a:cs typeface="Arial"/>
                <a:sym typeface="Arial"/>
              </a:rPr>
              <a:t>Chapter 1</a:t>
            </a:r>
            <a:endParaRPr sz="1400" b="0" i="0" u="none" strike="noStrike" cap="none">
              <a:solidFill>
                <a:srgbClr val="000000"/>
              </a:solidFill>
              <a:latin typeface="Arial"/>
              <a:ea typeface="Arial"/>
              <a:cs typeface="Arial"/>
              <a:sym typeface="Arial"/>
            </a:endParaRPr>
          </a:p>
        </p:txBody>
      </p:sp>
      <p:sp>
        <p:nvSpPr>
          <p:cNvPr id="25" name="Google Shape;25;p31"/>
          <p:cNvSpPr txBox="1"/>
          <p:nvPr/>
        </p:nvSpPr>
        <p:spPr>
          <a:xfrm>
            <a:off x="8596312" y="6626225"/>
            <a:ext cx="320675" cy="234950"/>
          </a:xfrm>
          <a:prstGeom prst="rect">
            <a:avLst/>
          </a:prstGeom>
          <a:noFill/>
          <a:ln>
            <a:noFill/>
          </a:ln>
        </p:spPr>
        <p:txBody>
          <a:bodyPr spcFirstLastPara="1" wrap="square" lIns="82100" tIns="41050" rIns="82100" bIns="41050" anchor="b" anchorCtr="0">
            <a:spAutoFit/>
          </a:bodyPr>
          <a:lstStyle/>
          <a:p>
            <a:pPr marL="0" marR="0" lvl="0" indent="0" algn="r" rtl="0">
              <a:lnSpc>
                <a:spcPct val="100000"/>
              </a:lnSpc>
              <a:spcBef>
                <a:spcPts val="0"/>
              </a:spcBef>
              <a:spcAft>
                <a:spcPts val="0"/>
              </a:spcAft>
              <a:buClr>
                <a:srgbClr val="D3D3D3"/>
              </a:buClr>
              <a:buSzPts val="1000"/>
              <a:buFont typeface="Arial"/>
              <a:buNone/>
            </a:pPr>
            <a:fld id="{00000000-1234-1234-1234-123412341234}" type="slidenum">
              <a:rPr lang="en-US" sz="1000" b="0" i="0" u="none" strike="noStrike" cap="none">
                <a:solidFill>
                  <a:srgbClr val="D3D3D3"/>
                </a:solidFill>
                <a:latin typeface="Arial"/>
                <a:ea typeface="Arial"/>
                <a:cs typeface="Arial"/>
                <a:sym typeface="Arial"/>
              </a:rPr>
              <a:t>‹Nº›</a:t>
            </a:fld>
            <a:endParaRPr sz="1400" b="0" i="0" u="none" strike="noStrike" cap="none">
              <a:solidFill>
                <a:srgbClr val="000000"/>
              </a:solidFill>
              <a:latin typeface="Arial"/>
              <a:ea typeface="Arial"/>
              <a:cs typeface="Arial"/>
              <a:sym typeface="Arial"/>
            </a:endParaRPr>
          </a:p>
        </p:txBody>
      </p:sp>
      <p:sp>
        <p:nvSpPr>
          <p:cNvPr id="26" name="Google Shape;26;p31"/>
          <p:cNvSpPr txBox="1">
            <a:spLocks noGrp="1"/>
          </p:cNvSpPr>
          <p:nvPr>
            <p:ph type="body" idx="1"/>
          </p:nvPr>
        </p:nvSpPr>
        <p:spPr>
          <a:xfrm>
            <a:off x="655637" y="1900237"/>
            <a:ext cx="7940675" cy="3571875"/>
          </a:xfrm>
          <a:prstGeom prst="rect">
            <a:avLst/>
          </a:prstGeom>
          <a:noFill/>
          <a:ln>
            <a:noFill/>
          </a:ln>
        </p:spPr>
        <p:txBody>
          <a:bodyPr spcFirstLastPara="1" wrap="square" lIns="82100" tIns="41050" rIns="82100" bIns="41050" anchor="t" anchorCtr="0">
            <a:noAutofit/>
          </a:bodyPr>
          <a:lstStyle>
            <a:lvl1pPr marL="457200" marR="0" lvl="0" indent="-381000" algn="l" rtl="0">
              <a:lnSpc>
                <a:spcPct val="95000"/>
              </a:lnSpc>
              <a:spcBef>
                <a:spcPts val="1200"/>
              </a:spcBef>
              <a:spcAft>
                <a:spcPts val="0"/>
              </a:spcAft>
              <a:buClr>
                <a:srgbClr val="708CA1"/>
              </a:buClr>
              <a:buSzPts val="2400"/>
              <a:buFont typeface="Noto Sans Symbols"/>
              <a:buChar char="▪"/>
              <a:defRPr sz="2400" b="0" i="0" u="none" strike="noStrike" cap="none">
                <a:solidFill>
                  <a:schemeClr val="dk1"/>
                </a:solidFill>
                <a:latin typeface="Arial"/>
                <a:ea typeface="Arial"/>
                <a:cs typeface="Arial"/>
                <a:sym typeface="Arial"/>
              </a:defRPr>
            </a:lvl1pPr>
            <a:lvl2pPr marL="914400" marR="0" lvl="1" indent="-228600" algn="l" rtl="0">
              <a:lnSpc>
                <a:spcPct val="95000"/>
              </a:lnSpc>
              <a:spcBef>
                <a:spcPts val="7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L="1371600" marR="0" lvl="2" indent="-228600" algn="l" rtl="0">
              <a:lnSpc>
                <a:spcPct val="95000"/>
              </a:lnSpc>
              <a:spcBef>
                <a:spcPts val="7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5000"/>
              </a:lnSpc>
              <a:spcBef>
                <a:spcPts val="7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95000"/>
              </a:lnSpc>
              <a:spcBef>
                <a:spcPts val="7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L="2743200" marR="0" lvl="5" indent="-228600" algn="l" rtl="0">
              <a:lnSpc>
                <a:spcPct val="95000"/>
              </a:lnSpc>
              <a:spcBef>
                <a:spcPts val="7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L="3200400" marR="0" lvl="6" indent="-228600" algn="l" rtl="0">
              <a:lnSpc>
                <a:spcPct val="95000"/>
              </a:lnSpc>
              <a:spcBef>
                <a:spcPts val="7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L="3657600" marR="0" lvl="7" indent="-228600" algn="l" rtl="0">
              <a:lnSpc>
                <a:spcPct val="95000"/>
              </a:lnSpc>
              <a:spcBef>
                <a:spcPts val="7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L="4114800" marR="0" lvl="8" indent="-228600" algn="l" rtl="0">
              <a:lnSpc>
                <a:spcPct val="95000"/>
              </a:lnSpc>
              <a:spcBef>
                <a:spcPts val="7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pic>
        <p:nvPicPr>
          <p:cNvPr id="27" name="Google Shape;27;p31" descr="PPt_TopBand_Artwork"/>
          <p:cNvPicPr preferRelativeResize="0"/>
          <p:nvPr/>
        </p:nvPicPr>
        <p:blipFill rotWithShape="1">
          <a:blip r:embed="rId12">
            <a:alphaModFix/>
          </a:blip>
          <a:srcRect/>
          <a:stretch/>
        </p:blipFill>
        <p:spPr>
          <a:xfrm>
            <a:off x="0" y="0"/>
            <a:ext cx="9140825" cy="685800"/>
          </a:xfrm>
          <a:prstGeom prst="rect">
            <a:avLst/>
          </a:prstGeom>
          <a:noFill/>
          <a:ln>
            <a:noFill/>
          </a:ln>
        </p:spPr>
      </p:pic>
      <p:sp>
        <p:nvSpPr>
          <p:cNvPr id="28" name="Google Shape;28;p31"/>
          <p:cNvSpPr txBox="1"/>
          <p:nvPr/>
        </p:nvSpPr>
        <p:spPr>
          <a:xfrm>
            <a:off x="4498975" y="6672262"/>
            <a:ext cx="2022475" cy="188912"/>
          </a:xfrm>
          <a:prstGeom prst="rect">
            <a:avLst/>
          </a:prstGeom>
          <a:noFill/>
          <a:ln>
            <a:noFill/>
          </a:ln>
        </p:spPr>
        <p:txBody>
          <a:bodyPr spcFirstLastPara="1" wrap="square" lIns="82100" tIns="41050" rIns="82100" bIns="41050" anchor="b" anchorCtr="1">
            <a:spAutoFit/>
          </a:bodyPr>
          <a:lstStyle/>
          <a:p>
            <a:pPr marL="0" marR="0" lvl="0" indent="0" algn="l" rtl="0">
              <a:lnSpc>
                <a:spcPct val="100000"/>
              </a:lnSpc>
              <a:spcBef>
                <a:spcPts val="0"/>
              </a:spcBef>
              <a:spcAft>
                <a:spcPts val="0"/>
              </a:spcAft>
              <a:buClr>
                <a:srgbClr val="D3D3D3"/>
              </a:buClr>
              <a:buSzPts val="700"/>
              <a:buFont typeface="Arial"/>
              <a:buNone/>
            </a:pPr>
            <a:r>
              <a:rPr lang="en-US" sz="700" b="0" i="0" u="none" strike="noStrike" cap="none">
                <a:solidFill>
                  <a:srgbClr val="D3D3D3"/>
                </a:solidFill>
                <a:latin typeface="Arial"/>
                <a:ea typeface="Arial"/>
                <a:cs typeface="Arial"/>
                <a:sym typeface="Arial"/>
              </a:rPr>
              <a:t>© 2007 Cisco Systems, Inc. All rights reserved.</a:t>
            </a:r>
            <a:endParaRPr sz="1400" b="0" i="0" u="none" strike="noStrike" cap="none">
              <a:solidFill>
                <a:srgbClr val="000000"/>
              </a:solidFill>
              <a:latin typeface="Arial"/>
              <a:ea typeface="Arial"/>
              <a:cs typeface="Arial"/>
              <a:sym typeface="Arial"/>
            </a:endParaRPr>
          </a:p>
        </p:txBody>
      </p:sp>
      <p:sp>
        <p:nvSpPr>
          <p:cNvPr id="29" name="Google Shape;29;p31"/>
          <p:cNvSpPr txBox="1"/>
          <p:nvPr/>
        </p:nvSpPr>
        <p:spPr>
          <a:xfrm>
            <a:off x="7123112" y="6672262"/>
            <a:ext cx="650875" cy="188912"/>
          </a:xfrm>
          <a:prstGeom prst="rect">
            <a:avLst/>
          </a:prstGeom>
          <a:noFill/>
          <a:ln>
            <a:noFill/>
          </a:ln>
        </p:spPr>
        <p:txBody>
          <a:bodyPr spcFirstLastPara="1" wrap="square" lIns="82100" tIns="41050" rIns="82100" bIns="41050" anchor="b" anchorCtr="0">
            <a:spAutoFit/>
          </a:bodyPr>
          <a:lstStyle/>
          <a:p>
            <a:pPr marL="0" marR="0" lvl="0" indent="0" algn="r" rtl="0">
              <a:lnSpc>
                <a:spcPct val="100000"/>
              </a:lnSpc>
              <a:spcBef>
                <a:spcPts val="0"/>
              </a:spcBef>
              <a:spcAft>
                <a:spcPts val="0"/>
              </a:spcAft>
              <a:buClr>
                <a:srgbClr val="D3D3D3"/>
              </a:buClr>
              <a:buSzPts val="700"/>
              <a:buFont typeface="Arial"/>
              <a:buNone/>
            </a:pPr>
            <a:r>
              <a:rPr lang="en-US" sz="700" b="0" i="0" u="none" strike="noStrike" cap="none">
                <a:solidFill>
                  <a:srgbClr val="D3D3D3"/>
                </a:solidFill>
                <a:latin typeface="Arial"/>
                <a:ea typeface="Arial"/>
                <a:cs typeface="Arial"/>
                <a:sym typeface="Arial"/>
              </a:rPr>
              <a:t>Cisco Public</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
          <p:cNvSpPr txBox="1">
            <a:spLocks noGrp="1"/>
          </p:cNvSpPr>
          <p:nvPr>
            <p:ph type="ctrTitle"/>
          </p:nvPr>
        </p:nvSpPr>
        <p:spPr>
          <a:xfrm>
            <a:off x="311150" y="2671762"/>
            <a:ext cx="2778125" cy="830262"/>
          </a:xfrm>
          <a:prstGeom prst="rect">
            <a:avLst/>
          </a:prstGeom>
          <a:noFill/>
          <a:ln>
            <a:noFill/>
          </a:ln>
        </p:spPr>
        <p:txBody>
          <a:bodyPr spcFirstLastPara="1" wrap="square" lIns="82100" tIns="41050" rIns="82100" bIns="41050" anchor="ctr" anchorCtr="0">
            <a:noAutofit/>
          </a:bodyPr>
          <a:lstStyle/>
          <a:p>
            <a:pPr marL="0" lvl="0" indent="0" algn="l" rtl="0">
              <a:lnSpc>
                <a:spcPct val="90000"/>
              </a:lnSpc>
              <a:spcBef>
                <a:spcPts val="0"/>
              </a:spcBef>
              <a:spcAft>
                <a:spcPts val="0"/>
              </a:spcAft>
              <a:buClr>
                <a:srgbClr val="FFFFFF"/>
              </a:buClr>
              <a:buSzPts val="2600"/>
              <a:buFont typeface="Arial"/>
              <a:buNone/>
            </a:pPr>
            <a:r>
              <a:rPr lang="en-US" sz="2600" b="0" i="0" u="none">
                <a:solidFill>
                  <a:srgbClr val="FFFFFF"/>
                </a:solidFill>
                <a:latin typeface="Arial"/>
                <a:ea typeface="Arial"/>
                <a:cs typeface="Arial"/>
                <a:sym typeface="Arial"/>
              </a:rPr>
              <a:t>Viviendo en un Mundo </a:t>
            </a:r>
            <a:r>
              <a:rPr lang="en-US" sz="2600"/>
              <a:t>Céntrico</a:t>
            </a:r>
            <a:r>
              <a:rPr lang="en-US" sz="2600" b="0" i="0" u="none">
                <a:solidFill>
                  <a:srgbClr val="FFFFFF"/>
                </a:solidFill>
                <a:latin typeface="Arial"/>
                <a:ea typeface="Arial"/>
                <a:cs typeface="Arial"/>
                <a:sym typeface="Arial"/>
              </a:rPr>
              <a:t> en Red</a:t>
            </a:r>
            <a:endParaRPr/>
          </a:p>
        </p:txBody>
      </p:sp>
      <p:sp>
        <p:nvSpPr>
          <p:cNvPr id="69" name="Google Shape;69;p1"/>
          <p:cNvSpPr txBox="1"/>
          <p:nvPr/>
        </p:nvSpPr>
        <p:spPr>
          <a:xfrm>
            <a:off x="0" y="0"/>
            <a:ext cx="2038350" cy="1230312"/>
          </a:xfrm>
          <a:prstGeom prst="rect">
            <a:avLst/>
          </a:prstGeom>
          <a:solidFill>
            <a:schemeClr val="lt1"/>
          </a:solidFill>
          <a:ln>
            <a:noFill/>
          </a:ln>
        </p:spPr>
        <p:txBody>
          <a:bodyPr spcFirstLastPara="1" wrap="square" lIns="82100" tIns="41050" rIns="82100" bIns="41050" anchor="ctr"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70" name="Google Shape;70;p1"/>
          <p:cNvSpPr txBox="1"/>
          <p:nvPr/>
        </p:nvSpPr>
        <p:spPr>
          <a:xfrm>
            <a:off x="4210050" y="5502275"/>
            <a:ext cx="4681537" cy="1230312"/>
          </a:xfrm>
          <a:prstGeom prst="rect">
            <a:avLst/>
          </a:prstGeom>
          <a:solidFill>
            <a:schemeClr val="lt1"/>
          </a:solidFill>
          <a:ln>
            <a:noFill/>
          </a:ln>
        </p:spPr>
        <p:txBody>
          <a:bodyPr spcFirstLastPara="1" wrap="square" lIns="82100" tIns="41050" rIns="82100" bIns="41050" anchor="ctr"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pic>
        <p:nvPicPr>
          <p:cNvPr id="71" name="Google Shape;71;p1"/>
          <p:cNvPicPr preferRelativeResize="0"/>
          <p:nvPr/>
        </p:nvPicPr>
        <p:blipFill rotWithShape="1">
          <a:blip r:embed="rId3">
            <a:alphaModFix/>
          </a:blip>
          <a:srcRect/>
          <a:stretch/>
        </p:blipFill>
        <p:spPr>
          <a:xfrm>
            <a:off x="2967037" y="1889125"/>
            <a:ext cx="6176962" cy="24463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76"/>
        <p:cNvGrpSpPr/>
        <p:nvPr/>
      </p:nvGrpSpPr>
      <p:grpSpPr>
        <a:xfrm>
          <a:off x="0" y="0"/>
          <a:ext cx="0" cy="0"/>
          <a:chOff x="0" y="0"/>
          <a:chExt cx="0" cy="0"/>
        </a:xfrm>
      </p:grpSpPr>
      <p:sp>
        <p:nvSpPr>
          <p:cNvPr id="77" name="Google Shape;77;p2"/>
          <p:cNvSpPr txBox="1">
            <a:spLocks noGrp="1"/>
          </p:cNvSpPr>
          <p:nvPr>
            <p:ph type="title"/>
          </p:nvPr>
        </p:nvSpPr>
        <p:spPr>
          <a:xfrm>
            <a:off x="655637" y="642937"/>
            <a:ext cx="8145462" cy="838200"/>
          </a:xfrm>
          <a:prstGeom prst="rect">
            <a:avLst/>
          </a:prstGeom>
          <a:noFill/>
          <a:ln>
            <a:noFill/>
          </a:ln>
        </p:spPr>
        <p:txBody>
          <a:bodyPr spcFirstLastPara="1" wrap="square" lIns="82100" tIns="41050" rIns="82100" bIns="41050" anchor="b" anchorCtr="0">
            <a:noAutofit/>
          </a:bodyPr>
          <a:lstStyle/>
          <a:p>
            <a:pPr marL="0" lvl="0" indent="0" algn="l" rtl="0">
              <a:lnSpc>
                <a:spcPct val="90000"/>
              </a:lnSpc>
              <a:spcBef>
                <a:spcPts val="0"/>
              </a:spcBef>
              <a:spcAft>
                <a:spcPts val="0"/>
              </a:spcAft>
              <a:buClr>
                <a:srgbClr val="708CA1"/>
              </a:buClr>
              <a:buSzPts val="3200"/>
              <a:buFont typeface="Arial"/>
              <a:buNone/>
            </a:pPr>
            <a:r>
              <a:rPr lang="en-US" sz="3200" b="1" i="0" u="none">
                <a:solidFill>
                  <a:srgbClr val="708CA1"/>
                </a:solidFill>
                <a:latin typeface="Arial"/>
                <a:ea typeface="Arial"/>
                <a:cs typeface="Arial"/>
                <a:sym typeface="Arial"/>
              </a:rPr>
              <a:t>Objetivos</a:t>
            </a:r>
            <a:endParaRPr/>
          </a:p>
        </p:txBody>
      </p:sp>
      <p:sp>
        <p:nvSpPr>
          <p:cNvPr id="78" name="Google Shape;78;p2"/>
          <p:cNvSpPr txBox="1">
            <a:spLocks noGrp="1"/>
          </p:cNvSpPr>
          <p:nvPr>
            <p:ph type="body" idx="1"/>
          </p:nvPr>
        </p:nvSpPr>
        <p:spPr>
          <a:xfrm>
            <a:off x="655625" y="1647001"/>
            <a:ext cx="7940700" cy="4822200"/>
          </a:xfrm>
          <a:prstGeom prst="rect">
            <a:avLst/>
          </a:prstGeom>
          <a:noFill/>
          <a:ln>
            <a:noFill/>
          </a:ln>
        </p:spPr>
        <p:txBody>
          <a:bodyPr spcFirstLastPara="1" wrap="square" lIns="82100" tIns="41050" rIns="82100" bIns="41050" anchor="t" anchorCtr="0">
            <a:noAutofit/>
          </a:bodyPr>
          <a:lstStyle/>
          <a:p>
            <a:pPr marL="0" lvl="0" indent="0" algn="l" rtl="0">
              <a:lnSpc>
                <a:spcPct val="95000"/>
              </a:lnSpc>
              <a:spcBef>
                <a:spcPts val="1200"/>
              </a:spcBef>
              <a:spcAft>
                <a:spcPts val="0"/>
              </a:spcAft>
              <a:buNone/>
            </a:pPr>
            <a:r>
              <a:rPr lang="en-US" b="1"/>
              <a:t>Describir las características de un buen diseño de red:</a:t>
            </a:r>
            <a:r>
              <a:rPr lang="en-US"/>
              <a:t>  tolerancia a fallos, escalabilidad, calidad de servicio y seguridad</a:t>
            </a:r>
            <a:r>
              <a:rPr lang="en-US" sz="2400" b="0" i="0" u="none">
                <a:solidFill>
                  <a:schemeClr val="dk1"/>
                </a:solidFill>
                <a:latin typeface="Arial"/>
                <a:ea typeface="Arial"/>
                <a:cs typeface="Arial"/>
                <a:sym typeface="Arial"/>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
                                            <p:txEl>
                                              <p:pRg st="0" end="0"/>
                                            </p:txEl>
                                          </p:spTgt>
                                        </p:tgtEl>
                                        <p:attrNameLst>
                                          <p:attrName>style.visibility</p:attrName>
                                        </p:attrNameLst>
                                      </p:cBhvr>
                                      <p:to>
                                        <p:strVal val="visible"/>
                                      </p:to>
                                    </p:set>
                                    <p:animEffect transition="in" filter="fade">
                                      <p:cBhvr>
                                        <p:cTn id="7" dur="500"/>
                                        <p:tgtEl>
                                          <p:spTgt spid="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22"/>
          <p:cNvSpPr txBox="1">
            <a:spLocks noGrp="1"/>
          </p:cNvSpPr>
          <p:nvPr>
            <p:ph type="title"/>
          </p:nvPr>
        </p:nvSpPr>
        <p:spPr>
          <a:xfrm>
            <a:off x="655637" y="627062"/>
            <a:ext cx="8145462" cy="838200"/>
          </a:xfrm>
          <a:prstGeom prst="rect">
            <a:avLst/>
          </a:prstGeom>
          <a:noFill/>
          <a:ln>
            <a:noFill/>
          </a:ln>
        </p:spPr>
        <p:txBody>
          <a:bodyPr spcFirstLastPara="1" wrap="square" lIns="82100" tIns="41050" rIns="82100" bIns="41050" anchor="b" anchorCtr="0">
            <a:noAutofit/>
          </a:bodyPr>
          <a:lstStyle/>
          <a:p>
            <a:pPr marL="0" lvl="0" indent="0" algn="l" rtl="0">
              <a:lnSpc>
                <a:spcPct val="90000"/>
              </a:lnSpc>
              <a:spcBef>
                <a:spcPts val="0"/>
              </a:spcBef>
              <a:spcAft>
                <a:spcPts val="0"/>
              </a:spcAft>
              <a:buClr>
                <a:srgbClr val="708CA1"/>
              </a:buClr>
              <a:buSzPts val="2800"/>
              <a:buFont typeface="Arial"/>
              <a:buNone/>
            </a:pPr>
            <a:r>
              <a:rPr lang="en-US" sz="2800" b="1" i="0" u="none">
                <a:solidFill>
                  <a:srgbClr val="708CA1"/>
                </a:solidFill>
                <a:latin typeface="Arial"/>
                <a:ea typeface="Arial"/>
                <a:cs typeface="Arial"/>
                <a:sym typeface="Arial"/>
              </a:rPr>
              <a:t>Elementos </a:t>
            </a:r>
            <a:r>
              <a:rPr lang="en-US" sz="2800"/>
              <a:t>básicos</a:t>
            </a:r>
            <a:r>
              <a:rPr lang="en-US" sz="2800" b="1" i="0" u="none">
                <a:solidFill>
                  <a:srgbClr val="708CA1"/>
                </a:solidFill>
                <a:latin typeface="Arial"/>
                <a:ea typeface="Arial"/>
                <a:cs typeface="Arial"/>
                <a:sym typeface="Arial"/>
              </a:rPr>
              <a:t> para crear una red</a:t>
            </a:r>
            <a:endParaRPr/>
          </a:p>
        </p:txBody>
      </p:sp>
      <p:sp>
        <p:nvSpPr>
          <p:cNvPr id="85" name="Google Shape;85;p22"/>
          <p:cNvSpPr txBox="1">
            <a:spLocks noGrp="1"/>
          </p:cNvSpPr>
          <p:nvPr>
            <p:ph type="body" idx="1"/>
          </p:nvPr>
        </p:nvSpPr>
        <p:spPr>
          <a:xfrm>
            <a:off x="241300" y="1522412"/>
            <a:ext cx="3641725" cy="4914900"/>
          </a:xfrm>
          <a:prstGeom prst="rect">
            <a:avLst/>
          </a:prstGeom>
          <a:noFill/>
          <a:ln>
            <a:noFill/>
          </a:ln>
        </p:spPr>
        <p:txBody>
          <a:bodyPr spcFirstLastPara="1" wrap="square" lIns="82100" tIns="41050" rIns="82100" bIns="41050" anchor="t" anchorCtr="0">
            <a:noAutofit/>
          </a:bodyPr>
          <a:lstStyle/>
          <a:p>
            <a:pPr marL="236537" lvl="0" indent="-139700" algn="l" rtl="0">
              <a:lnSpc>
                <a:spcPct val="85000"/>
              </a:lnSpc>
              <a:spcBef>
                <a:spcPts val="0"/>
              </a:spcBef>
              <a:spcAft>
                <a:spcPts val="0"/>
              </a:spcAft>
              <a:buClr>
                <a:srgbClr val="708CA1"/>
              </a:buClr>
              <a:buSzPts val="2200"/>
              <a:buChar char="–"/>
            </a:pPr>
            <a:r>
              <a:rPr lang="en-US" sz="2200" b="0" i="0" u="none">
                <a:solidFill>
                  <a:schemeClr val="dk1"/>
                </a:solidFill>
                <a:latin typeface="Arial"/>
                <a:ea typeface="Arial"/>
                <a:cs typeface="Arial"/>
                <a:sym typeface="Arial"/>
              </a:rPr>
              <a:t>Dispositivos</a:t>
            </a:r>
            <a:endParaRPr/>
          </a:p>
          <a:p>
            <a:pPr marL="574675" lvl="1" indent="-117475" algn="l" rtl="0">
              <a:lnSpc>
                <a:spcPct val="85000"/>
              </a:lnSpc>
              <a:spcBef>
                <a:spcPts val="630"/>
              </a:spcBef>
              <a:spcAft>
                <a:spcPts val="0"/>
              </a:spcAft>
              <a:buClr>
                <a:srgbClr val="708CA1"/>
              </a:buClr>
              <a:buSzPts val="1800"/>
              <a:buFont typeface="Arial"/>
              <a:buChar char="•"/>
            </a:pPr>
            <a:r>
              <a:rPr lang="en-US" sz="1800" b="0" i="0" u="none">
                <a:solidFill>
                  <a:schemeClr val="dk1"/>
                </a:solidFill>
                <a:latin typeface="Arial"/>
                <a:ea typeface="Arial"/>
                <a:cs typeface="Arial"/>
                <a:sym typeface="Arial"/>
              </a:rPr>
              <a:t>Estos son utilizados para comunicarse con otros.</a:t>
            </a:r>
            <a:endParaRPr/>
          </a:p>
          <a:p>
            <a:pPr marL="236537" lvl="0" indent="-139700" algn="l" rtl="0">
              <a:lnSpc>
                <a:spcPct val="85000"/>
              </a:lnSpc>
              <a:spcBef>
                <a:spcPts val="1100"/>
              </a:spcBef>
              <a:spcAft>
                <a:spcPts val="0"/>
              </a:spcAft>
              <a:buClr>
                <a:srgbClr val="708CA1"/>
              </a:buClr>
              <a:buSzPts val="2200"/>
              <a:buChar char="–"/>
            </a:pPr>
            <a:r>
              <a:rPr lang="en-US" sz="2200" b="0" i="0" u="none">
                <a:solidFill>
                  <a:schemeClr val="dk1"/>
                </a:solidFill>
                <a:latin typeface="Arial"/>
                <a:ea typeface="Arial"/>
                <a:cs typeface="Arial"/>
                <a:sym typeface="Arial"/>
              </a:rPr>
              <a:t>Medio</a:t>
            </a:r>
            <a:endParaRPr/>
          </a:p>
          <a:p>
            <a:pPr marL="574675" lvl="1" indent="-117475" algn="l" rtl="0">
              <a:lnSpc>
                <a:spcPct val="85000"/>
              </a:lnSpc>
              <a:spcBef>
                <a:spcPts val="630"/>
              </a:spcBef>
              <a:spcAft>
                <a:spcPts val="0"/>
              </a:spcAft>
              <a:buClr>
                <a:srgbClr val="708CA1"/>
              </a:buClr>
              <a:buSzPts val="1800"/>
              <a:buFont typeface="Arial"/>
              <a:buChar char="•"/>
            </a:pPr>
            <a:r>
              <a:rPr lang="en-US" sz="1800" b="0" i="0" u="none">
                <a:solidFill>
                  <a:schemeClr val="dk1"/>
                </a:solidFill>
                <a:latin typeface="Arial"/>
                <a:ea typeface="Arial"/>
                <a:cs typeface="Arial"/>
                <a:sym typeface="Arial"/>
              </a:rPr>
              <a:t>Estos es como los dispositivos </a:t>
            </a:r>
            <a:r>
              <a:rPr lang="en-US" sz="1800"/>
              <a:t>están</a:t>
            </a:r>
            <a:r>
              <a:rPr lang="en-US" sz="1800" b="0" i="0" u="none">
                <a:solidFill>
                  <a:schemeClr val="dk1"/>
                </a:solidFill>
                <a:latin typeface="Arial"/>
                <a:ea typeface="Arial"/>
                <a:cs typeface="Arial"/>
                <a:sym typeface="Arial"/>
              </a:rPr>
              <a:t> conectados.</a:t>
            </a:r>
            <a:endParaRPr/>
          </a:p>
          <a:p>
            <a:pPr marL="236537" lvl="0" indent="-139700" algn="l" rtl="0">
              <a:lnSpc>
                <a:spcPct val="85000"/>
              </a:lnSpc>
              <a:spcBef>
                <a:spcPts val="1100"/>
              </a:spcBef>
              <a:spcAft>
                <a:spcPts val="0"/>
              </a:spcAft>
              <a:buClr>
                <a:srgbClr val="708CA1"/>
              </a:buClr>
              <a:buSzPts val="2200"/>
              <a:buChar char="–"/>
            </a:pPr>
            <a:r>
              <a:rPr lang="en-US" sz="2200" b="0" i="0" u="none">
                <a:solidFill>
                  <a:schemeClr val="dk1"/>
                </a:solidFill>
                <a:latin typeface="Arial"/>
                <a:ea typeface="Arial"/>
                <a:cs typeface="Arial"/>
                <a:sym typeface="Arial"/>
              </a:rPr>
              <a:t>Mensajes</a:t>
            </a:r>
            <a:endParaRPr/>
          </a:p>
          <a:p>
            <a:pPr marL="574675" lvl="1" indent="-117475" algn="l" rtl="0">
              <a:lnSpc>
                <a:spcPct val="85000"/>
              </a:lnSpc>
              <a:spcBef>
                <a:spcPts val="630"/>
              </a:spcBef>
              <a:spcAft>
                <a:spcPts val="0"/>
              </a:spcAft>
              <a:buClr>
                <a:srgbClr val="708CA1"/>
              </a:buClr>
              <a:buSzPts val="1800"/>
              <a:buFont typeface="Arial"/>
              <a:buChar char="•"/>
            </a:pPr>
            <a:r>
              <a:rPr lang="en-US" sz="1800"/>
              <a:t>Información</a:t>
            </a:r>
            <a:r>
              <a:rPr lang="en-US" sz="1800" b="0" i="0" u="none">
                <a:solidFill>
                  <a:schemeClr val="dk1"/>
                </a:solidFill>
                <a:latin typeface="Arial"/>
                <a:ea typeface="Arial"/>
                <a:cs typeface="Arial"/>
                <a:sym typeface="Arial"/>
              </a:rPr>
              <a:t> que viaja a </a:t>
            </a:r>
            <a:r>
              <a:rPr lang="en-US" sz="1800"/>
              <a:t>través</a:t>
            </a:r>
            <a:r>
              <a:rPr lang="en-US" sz="1800" b="0" i="0" u="none">
                <a:solidFill>
                  <a:schemeClr val="dk1"/>
                </a:solidFill>
                <a:latin typeface="Arial"/>
                <a:ea typeface="Arial"/>
                <a:cs typeface="Arial"/>
                <a:sym typeface="Arial"/>
              </a:rPr>
              <a:t> de un medio</a:t>
            </a:r>
            <a:endParaRPr/>
          </a:p>
          <a:p>
            <a:pPr marL="236537" lvl="0" indent="-139700" algn="l" rtl="0">
              <a:lnSpc>
                <a:spcPct val="85000"/>
              </a:lnSpc>
              <a:spcBef>
                <a:spcPts val="1100"/>
              </a:spcBef>
              <a:spcAft>
                <a:spcPts val="0"/>
              </a:spcAft>
              <a:buClr>
                <a:srgbClr val="708CA1"/>
              </a:buClr>
              <a:buSzPts val="2200"/>
              <a:buChar char="–"/>
            </a:pPr>
            <a:r>
              <a:rPr lang="en-US" sz="2200" b="0" i="0" u="none">
                <a:solidFill>
                  <a:schemeClr val="dk1"/>
                </a:solidFill>
                <a:latin typeface="Arial"/>
                <a:ea typeface="Arial"/>
                <a:cs typeface="Arial"/>
                <a:sym typeface="Arial"/>
              </a:rPr>
              <a:t>Reglas</a:t>
            </a:r>
            <a:endParaRPr/>
          </a:p>
          <a:p>
            <a:pPr marL="574675" lvl="1" indent="-117475" algn="l" rtl="0">
              <a:lnSpc>
                <a:spcPct val="85000"/>
              </a:lnSpc>
              <a:spcBef>
                <a:spcPts val="630"/>
              </a:spcBef>
              <a:spcAft>
                <a:spcPts val="0"/>
              </a:spcAft>
              <a:buClr>
                <a:srgbClr val="708CA1"/>
              </a:buClr>
              <a:buSzPts val="1800"/>
              <a:buFont typeface="Arial"/>
              <a:buChar char="•"/>
            </a:pPr>
            <a:r>
              <a:rPr lang="en-US" sz="1800"/>
              <a:t>Gobiernan</a:t>
            </a:r>
            <a:r>
              <a:rPr lang="en-US" sz="1800" b="0" i="0" u="none">
                <a:solidFill>
                  <a:schemeClr val="dk1"/>
                </a:solidFill>
                <a:latin typeface="Arial"/>
                <a:ea typeface="Arial"/>
                <a:cs typeface="Arial"/>
                <a:sym typeface="Arial"/>
              </a:rPr>
              <a:t> como los mensajes son enviados/recibidos.</a:t>
            </a:r>
            <a:endParaRPr/>
          </a:p>
        </p:txBody>
      </p:sp>
      <p:pic>
        <p:nvPicPr>
          <p:cNvPr id="86" name="Google Shape;86;p22"/>
          <p:cNvPicPr preferRelativeResize="0"/>
          <p:nvPr/>
        </p:nvPicPr>
        <p:blipFill rotWithShape="1">
          <a:blip r:embed="rId3">
            <a:alphaModFix/>
          </a:blip>
          <a:srcRect/>
          <a:stretch/>
        </p:blipFill>
        <p:spPr>
          <a:xfrm>
            <a:off x="3895725" y="2527300"/>
            <a:ext cx="5056187" cy="3225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
                                            <p:txEl>
                                              <p:pRg st="0" end="0"/>
                                            </p:txEl>
                                          </p:spTgt>
                                        </p:tgtEl>
                                        <p:attrNameLst>
                                          <p:attrName>style.visibility</p:attrName>
                                        </p:attrNameLst>
                                      </p:cBhvr>
                                      <p:to>
                                        <p:strVal val="visible"/>
                                      </p:to>
                                    </p:set>
                                    <p:animEffect transition="in" filter="fade">
                                      <p:cBhvr>
                                        <p:cTn id="7" dur="500"/>
                                        <p:tgtEl>
                                          <p:spTgt spid="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5">
                                            <p:txEl>
                                              <p:pRg st="1" end="1"/>
                                            </p:txEl>
                                          </p:spTgt>
                                        </p:tgtEl>
                                        <p:attrNameLst>
                                          <p:attrName>style.visibility</p:attrName>
                                        </p:attrNameLst>
                                      </p:cBhvr>
                                      <p:to>
                                        <p:strVal val="visible"/>
                                      </p:to>
                                    </p:set>
                                    <p:animEffect transition="in" filter="fade">
                                      <p:cBhvr>
                                        <p:cTn id="12" dur="500"/>
                                        <p:tgtEl>
                                          <p:spTgt spid="8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5">
                                            <p:txEl>
                                              <p:pRg st="2" end="2"/>
                                            </p:txEl>
                                          </p:spTgt>
                                        </p:tgtEl>
                                        <p:attrNameLst>
                                          <p:attrName>style.visibility</p:attrName>
                                        </p:attrNameLst>
                                      </p:cBhvr>
                                      <p:to>
                                        <p:strVal val="visible"/>
                                      </p:to>
                                    </p:set>
                                    <p:animEffect transition="in" filter="fade">
                                      <p:cBhvr>
                                        <p:cTn id="17" dur="500"/>
                                        <p:tgtEl>
                                          <p:spTgt spid="8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5">
                                            <p:txEl>
                                              <p:pRg st="3" end="3"/>
                                            </p:txEl>
                                          </p:spTgt>
                                        </p:tgtEl>
                                        <p:attrNameLst>
                                          <p:attrName>style.visibility</p:attrName>
                                        </p:attrNameLst>
                                      </p:cBhvr>
                                      <p:to>
                                        <p:strVal val="visible"/>
                                      </p:to>
                                    </p:set>
                                    <p:animEffect transition="in" filter="fade">
                                      <p:cBhvr>
                                        <p:cTn id="22" dur="500"/>
                                        <p:tgtEl>
                                          <p:spTgt spid="8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5">
                                            <p:txEl>
                                              <p:pRg st="4" end="4"/>
                                            </p:txEl>
                                          </p:spTgt>
                                        </p:tgtEl>
                                        <p:attrNameLst>
                                          <p:attrName>style.visibility</p:attrName>
                                        </p:attrNameLst>
                                      </p:cBhvr>
                                      <p:to>
                                        <p:strVal val="visible"/>
                                      </p:to>
                                    </p:set>
                                    <p:animEffect transition="in" filter="fade">
                                      <p:cBhvr>
                                        <p:cTn id="27" dur="500"/>
                                        <p:tgtEl>
                                          <p:spTgt spid="8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5">
                                            <p:txEl>
                                              <p:pRg st="5" end="5"/>
                                            </p:txEl>
                                          </p:spTgt>
                                        </p:tgtEl>
                                        <p:attrNameLst>
                                          <p:attrName>style.visibility</p:attrName>
                                        </p:attrNameLst>
                                      </p:cBhvr>
                                      <p:to>
                                        <p:strVal val="visible"/>
                                      </p:to>
                                    </p:set>
                                    <p:animEffect transition="in" filter="fade">
                                      <p:cBhvr>
                                        <p:cTn id="32" dur="500"/>
                                        <p:tgtEl>
                                          <p:spTgt spid="8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5">
                                            <p:txEl>
                                              <p:pRg st="6" end="6"/>
                                            </p:txEl>
                                          </p:spTgt>
                                        </p:tgtEl>
                                        <p:attrNameLst>
                                          <p:attrName>style.visibility</p:attrName>
                                        </p:attrNameLst>
                                      </p:cBhvr>
                                      <p:to>
                                        <p:strVal val="visible"/>
                                      </p:to>
                                    </p:set>
                                    <p:animEffect transition="in" filter="fade">
                                      <p:cBhvr>
                                        <p:cTn id="37" dur="500"/>
                                        <p:tgtEl>
                                          <p:spTgt spid="8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5">
                                            <p:txEl>
                                              <p:pRg st="7" end="7"/>
                                            </p:txEl>
                                          </p:spTgt>
                                        </p:tgtEl>
                                        <p:attrNameLst>
                                          <p:attrName>style.visibility</p:attrName>
                                        </p:attrNameLst>
                                      </p:cBhvr>
                                      <p:to>
                                        <p:strVal val="visible"/>
                                      </p:to>
                                    </p:set>
                                    <p:animEffect transition="in" filter="fade">
                                      <p:cBhvr>
                                        <p:cTn id="42" dur="500"/>
                                        <p:tgtEl>
                                          <p:spTgt spid="8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91"/>
        <p:cNvGrpSpPr/>
        <p:nvPr/>
      </p:nvGrpSpPr>
      <p:grpSpPr>
        <a:xfrm>
          <a:off x="0" y="0"/>
          <a:ext cx="0" cy="0"/>
          <a:chOff x="0" y="0"/>
          <a:chExt cx="0" cy="0"/>
        </a:xfrm>
      </p:grpSpPr>
      <p:sp>
        <p:nvSpPr>
          <p:cNvPr id="92" name="Google Shape;92;p23"/>
          <p:cNvSpPr txBox="1">
            <a:spLocks noGrp="1"/>
          </p:cNvSpPr>
          <p:nvPr>
            <p:ph type="title"/>
          </p:nvPr>
        </p:nvSpPr>
        <p:spPr>
          <a:xfrm>
            <a:off x="655637" y="627062"/>
            <a:ext cx="8145462" cy="838200"/>
          </a:xfrm>
          <a:prstGeom prst="rect">
            <a:avLst/>
          </a:prstGeom>
          <a:noFill/>
          <a:ln>
            <a:noFill/>
          </a:ln>
        </p:spPr>
        <p:txBody>
          <a:bodyPr spcFirstLastPara="1" wrap="square" lIns="82100" tIns="41050" rIns="82100" bIns="41050" anchor="b" anchorCtr="0">
            <a:noAutofit/>
          </a:bodyPr>
          <a:lstStyle/>
          <a:p>
            <a:pPr marL="0" lvl="0" indent="0" algn="l" rtl="0">
              <a:lnSpc>
                <a:spcPct val="90000"/>
              </a:lnSpc>
              <a:spcBef>
                <a:spcPts val="0"/>
              </a:spcBef>
              <a:spcAft>
                <a:spcPts val="0"/>
              </a:spcAft>
              <a:buClr>
                <a:srgbClr val="708CA1"/>
              </a:buClr>
              <a:buSzPts val="2800"/>
              <a:buFont typeface="Arial"/>
              <a:buNone/>
            </a:pPr>
            <a:r>
              <a:rPr lang="en-US" sz="2800" b="1" i="0" u="none">
                <a:solidFill>
                  <a:srgbClr val="708CA1"/>
                </a:solidFill>
                <a:latin typeface="Arial"/>
                <a:ea typeface="Arial"/>
                <a:cs typeface="Arial"/>
                <a:sym typeface="Arial"/>
              </a:rPr>
              <a:t>Rol de las redes de datos, Componentes, y retos</a:t>
            </a:r>
            <a:endParaRPr/>
          </a:p>
        </p:txBody>
      </p:sp>
      <p:sp>
        <p:nvSpPr>
          <p:cNvPr id="93" name="Google Shape;93;p23"/>
          <p:cNvSpPr txBox="1">
            <a:spLocks noGrp="1"/>
          </p:cNvSpPr>
          <p:nvPr>
            <p:ph type="body" idx="1"/>
          </p:nvPr>
        </p:nvSpPr>
        <p:spPr>
          <a:xfrm>
            <a:off x="655637" y="1392237"/>
            <a:ext cx="7940675" cy="5076825"/>
          </a:xfrm>
          <a:prstGeom prst="rect">
            <a:avLst/>
          </a:prstGeom>
          <a:noFill/>
          <a:ln>
            <a:noFill/>
          </a:ln>
        </p:spPr>
        <p:txBody>
          <a:bodyPr spcFirstLastPara="1" wrap="square" lIns="82100" tIns="41050" rIns="82100" bIns="41050" anchor="t" anchorCtr="0">
            <a:noAutofit/>
          </a:bodyPr>
          <a:lstStyle/>
          <a:p>
            <a:pPr marL="0" lvl="0" indent="0" algn="l" rtl="0">
              <a:lnSpc>
                <a:spcPct val="95000"/>
              </a:lnSpc>
              <a:spcBef>
                <a:spcPts val="0"/>
              </a:spcBef>
              <a:spcAft>
                <a:spcPts val="0"/>
              </a:spcAft>
              <a:buNone/>
            </a:pPr>
            <a:r>
              <a:rPr lang="en-US" b="1"/>
              <a:t>R</a:t>
            </a:r>
            <a:r>
              <a:rPr lang="en-US" sz="2400" b="1" i="0" u="none">
                <a:solidFill>
                  <a:schemeClr val="dk1"/>
                </a:solidFill>
              </a:rPr>
              <a:t>ol de una red convergida</a:t>
            </a:r>
            <a:endParaRPr b="1"/>
          </a:p>
          <a:p>
            <a:pPr marL="0" lvl="1" indent="0" algn="l" rtl="0">
              <a:lnSpc>
                <a:spcPct val="95000"/>
              </a:lnSpc>
              <a:spcBef>
                <a:spcPts val="700"/>
              </a:spcBef>
              <a:spcAft>
                <a:spcPts val="0"/>
              </a:spcAft>
              <a:buSzPts val="2000"/>
              <a:buFont typeface="Arial"/>
              <a:buNone/>
            </a:pPr>
            <a:r>
              <a:rPr lang="en-US"/>
              <a:t>La </a:t>
            </a:r>
            <a:r>
              <a:rPr lang="en-US">
                <a:solidFill>
                  <a:schemeClr val="dk2"/>
                </a:solidFill>
              </a:rPr>
              <a:t>convergencia</a:t>
            </a:r>
            <a:r>
              <a:rPr lang="en-US"/>
              <a:t> es la </a:t>
            </a:r>
            <a:r>
              <a:rPr lang="en-US">
                <a:solidFill>
                  <a:srgbClr val="FF0000"/>
                </a:solidFill>
              </a:rPr>
              <a:t>integración</a:t>
            </a:r>
            <a:r>
              <a:rPr lang="en-US"/>
              <a:t> de múltiples tecnologías y servicios en una única infraestructura de red. Se produce cuando la telefonía, el broadcast y las comunicaciones de datos utilizan los mismos protocolos, dispositivos y medios de transmisión para transportar información.</a:t>
            </a:r>
            <a:endParaRPr/>
          </a:p>
          <a:p>
            <a:pPr marL="236538" lvl="0" indent="-109538" algn="l" rtl="0">
              <a:lnSpc>
                <a:spcPct val="95000"/>
              </a:lnSpc>
              <a:spcBef>
                <a:spcPts val="1000"/>
              </a:spcBef>
              <a:spcAft>
                <a:spcPts val="0"/>
              </a:spcAft>
              <a:buSzPts val="2000"/>
              <a:buNone/>
            </a:pPr>
            <a:endParaRPr sz="2000" b="0" i="0" u="none">
              <a:solidFill>
                <a:schemeClr val="dk1"/>
              </a:solidFill>
              <a:latin typeface="Arial"/>
              <a:ea typeface="Arial"/>
              <a:cs typeface="Arial"/>
              <a:sym typeface="Arial"/>
            </a:endParaRPr>
          </a:p>
        </p:txBody>
      </p:sp>
      <p:pic>
        <p:nvPicPr>
          <p:cNvPr id="94" name="Google Shape;94;p23"/>
          <p:cNvPicPr preferRelativeResize="0"/>
          <p:nvPr/>
        </p:nvPicPr>
        <p:blipFill rotWithShape="1">
          <a:blip r:embed="rId3">
            <a:alphaModFix/>
          </a:blip>
          <a:srcRect/>
          <a:stretch/>
        </p:blipFill>
        <p:spPr>
          <a:xfrm>
            <a:off x="1157705" y="4343400"/>
            <a:ext cx="2878801" cy="1822224"/>
          </a:xfrm>
          <a:prstGeom prst="rect">
            <a:avLst/>
          </a:prstGeom>
          <a:noFill/>
          <a:ln>
            <a:noFill/>
          </a:ln>
        </p:spPr>
      </p:pic>
      <p:pic>
        <p:nvPicPr>
          <p:cNvPr id="95" name="Google Shape;95;p23"/>
          <p:cNvPicPr preferRelativeResize="0"/>
          <p:nvPr/>
        </p:nvPicPr>
        <p:blipFill>
          <a:blip r:embed="rId4">
            <a:alphaModFix/>
          </a:blip>
          <a:stretch>
            <a:fillRect/>
          </a:stretch>
        </p:blipFill>
        <p:spPr>
          <a:xfrm>
            <a:off x="4993019" y="3730675"/>
            <a:ext cx="2377025" cy="2340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24"/>
          <p:cNvSpPr txBox="1">
            <a:spLocks noGrp="1"/>
          </p:cNvSpPr>
          <p:nvPr>
            <p:ph type="title"/>
          </p:nvPr>
        </p:nvSpPr>
        <p:spPr>
          <a:xfrm>
            <a:off x="655637" y="627062"/>
            <a:ext cx="8145462" cy="838200"/>
          </a:xfrm>
          <a:prstGeom prst="rect">
            <a:avLst/>
          </a:prstGeom>
          <a:noFill/>
          <a:ln>
            <a:noFill/>
          </a:ln>
        </p:spPr>
        <p:txBody>
          <a:bodyPr spcFirstLastPara="1" wrap="square" lIns="82100" tIns="41050" rIns="82100" bIns="41050" anchor="b" anchorCtr="0">
            <a:noAutofit/>
          </a:bodyPr>
          <a:lstStyle/>
          <a:p>
            <a:pPr marL="0" lvl="0" indent="0" algn="l" rtl="0">
              <a:lnSpc>
                <a:spcPct val="90000"/>
              </a:lnSpc>
              <a:spcBef>
                <a:spcPts val="0"/>
              </a:spcBef>
              <a:spcAft>
                <a:spcPts val="0"/>
              </a:spcAft>
              <a:buClr>
                <a:srgbClr val="708CA1"/>
              </a:buClr>
              <a:buSzPts val="3200"/>
              <a:buFont typeface="Arial"/>
              <a:buNone/>
            </a:pPr>
            <a:r>
              <a:rPr lang="en-US"/>
              <a:t>Características</a:t>
            </a:r>
            <a:r>
              <a:rPr lang="en-US" sz="3200" b="1" i="0" u="none">
                <a:solidFill>
                  <a:srgbClr val="708CA1"/>
                </a:solidFill>
                <a:latin typeface="Arial"/>
                <a:ea typeface="Arial"/>
                <a:cs typeface="Arial"/>
                <a:sym typeface="Arial"/>
              </a:rPr>
              <a:t> de la Arquitectura de Red</a:t>
            </a:r>
            <a:endParaRPr/>
          </a:p>
        </p:txBody>
      </p:sp>
      <p:sp>
        <p:nvSpPr>
          <p:cNvPr id="102" name="Google Shape;102;p24"/>
          <p:cNvSpPr txBox="1">
            <a:spLocks noGrp="1"/>
          </p:cNvSpPr>
          <p:nvPr>
            <p:ph type="body" idx="1"/>
          </p:nvPr>
        </p:nvSpPr>
        <p:spPr>
          <a:xfrm>
            <a:off x="655637" y="1392237"/>
            <a:ext cx="7940675" cy="5076825"/>
          </a:xfrm>
          <a:prstGeom prst="rect">
            <a:avLst/>
          </a:prstGeom>
          <a:noFill/>
          <a:ln>
            <a:noFill/>
          </a:ln>
        </p:spPr>
        <p:txBody>
          <a:bodyPr spcFirstLastPara="1" wrap="square" lIns="82100" tIns="41050" rIns="82100" bIns="41050" anchor="t" anchorCtr="0">
            <a:noAutofit/>
          </a:bodyPr>
          <a:lstStyle/>
          <a:p>
            <a:pPr marL="236537" lvl="0" indent="-236537" algn="l" rtl="0">
              <a:lnSpc>
                <a:spcPct val="95000"/>
              </a:lnSpc>
              <a:spcBef>
                <a:spcPts val="0"/>
              </a:spcBef>
              <a:spcAft>
                <a:spcPts val="0"/>
              </a:spcAft>
              <a:buClr>
                <a:srgbClr val="708CA1"/>
              </a:buClr>
              <a:buSzPts val="2400"/>
              <a:buFont typeface="Noto Sans Symbols"/>
              <a:buChar char="▪"/>
            </a:pPr>
            <a:r>
              <a:rPr lang="en-US" sz="2400" b="0" i="0" u="none" dirty="0">
                <a:solidFill>
                  <a:schemeClr val="dk1"/>
                </a:solidFill>
                <a:latin typeface="Arial"/>
                <a:ea typeface="Arial"/>
                <a:cs typeface="Arial"/>
                <a:sym typeface="Arial"/>
              </a:rPr>
              <a:t>Cuatro </a:t>
            </a:r>
            <a:r>
              <a:rPr lang="en-US" dirty="0" err="1"/>
              <a:t>características</a:t>
            </a:r>
            <a:r>
              <a:rPr lang="en-US" sz="2400" b="0" i="0" u="none" dirty="0">
                <a:solidFill>
                  <a:schemeClr val="dk1"/>
                </a:solidFill>
                <a:latin typeface="Arial"/>
                <a:ea typeface="Arial"/>
                <a:cs typeface="Arial"/>
                <a:sym typeface="Arial"/>
              </a:rPr>
              <a:t> de un </a:t>
            </a:r>
            <a:r>
              <a:rPr lang="en-US" sz="2400" b="0" i="0" u="none" dirty="0" err="1">
                <a:solidFill>
                  <a:schemeClr val="dk1"/>
                </a:solidFill>
                <a:latin typeface="Arial"/>
                <a:ea typeface="Arial"/>
                <a:cs typeface="Arial"/>
                <a:sym typeface="Arial"/>
              </a:rPr>
              <a:t>buen</a:t>
            </a:r>
            <a:r>
              <a:rPr lang="en-US" sz="2400" b="0" i="0" u="none" dirty="0">
                <a:solidFill>
                  <a:schemeClr val="dk1"/>
                </a:solidFill>
                <a:latin typeface="Arial"/>
                <a:ea typeface="Arial"/>
                <a:cs typeface="Arial"/>
                <a:sym typeface="Arial"/>
              </a:rPr>
              <a:t> </a:t>
            </a:r>
            <a:r>
              <a:rPr lang="en-US" sz="2400" b="0" i="0" u="none" dirty="0" err="1">
                <a:solidFill>
                  <a:schemeClr val="dk1"/>
                </a:solidFill>
                <a:latin typeface="Arial"/>
                <a:ea typeface="Arial"/>
                <a:cs typeface="Arial"/>
                <a:sym typeface="Arial"/>
              </a:rPr>
              <a:t>diseño</a:t>
            </a:r>
            <a:r>
              <a:rPr lang="en-US" sz="2400" b="0" i="0" u="none" dirty="0">
                <a:solidFill>
                  <a:schemeClr val="dk1"/>
                </a:solidFill>
                <a:latin typeface="Arial"/>
                <a:ea typeface="Arial"/>
                <a:cs typeface="Arial"/>
                <a:sym typeface="Arial"/>
              </a:rPr>
              <a:t> </a:t>
            </a:r>
            <a:r>
              <a:rPr lang="en-US" sz="2400" b="0" i="0" u="none" dirty="0" err="1">
                <a:solidFill>
                  <a:schemeClr val="dk1"/>
                </a:solidFill>
                <a:latin typeface="Arial"/>
                <a:ea typeface="Arial"/>
                <a:cs typeface="Arial"/>
                <a:sym typeface="Arial"/>
              </a:rPr>
              <a:t>en</a:t>
            </a:r>
            <a:r>
              <a:rPr lang="en-US" sz="2400" b="0" i="0" u="none" dirty="0">
                <a:solidFill>
                  <a:schemeClr val="dk1"/>
                </a:solidFill>
                <a:latin typeface="Arial"/>
                <a:ea typeface="Arial"/>
                <a:cs typeface="Arial"/>
                <a:sym typeface="Arial"/>
              </a:rPr>
              <a:t> la </a:t>
            </a:r>
            <a:r>
              <a:rPr lang="en-US" sz="2400" b="0" i="0" u="none" dirty="0" err="1">
                <a:solidFill>
                  <a:schemeClr val="dk1"/>
                </a:solidFill>
                <a:latin typeface="Arial"/>
                <a:ea typeface="Arial"/>
                <a:cs typeface="Arial"/>
                <a:sym typeface="Arial"/>
              </a:rPr>
              <a:t>arquitectura</a:t>
            </a:r>
            <a:r>
              <a:rPr lang="en-US" sz="2400" b="0" i="0" u="none" dirty="0">
                <a:solidFill>
                  <a:schemeClr val="dk1"/>
                </a:solidFill>
                <a:latin typeface="Arial"/>
                <a:ea typeface="Arial"/>
                <a:cs typeface="Arial"/>
                <a:sym typeface="Arial"/>
              </a:rPr>
              <a:t> de una red</a:t>
            </a:r>
            <a:endParaRPr dirty="0"/>
          </a:p>
          <a:p>
            <a:pPr marL="574675" lvl="1" indent="-127000" algn="l" rtl="0">
              <a:lnSpc>
                <a:spcPct val="95000"/>
              </a:lnSpc>
              <a:spcBef>
                <a:spcPts val="700"/>
              </a:spcBef>
              <a:spcAft>
                <a:spcPts val="0"/>
              </a:spcAft>
              <a:buClr>
                <a:srgbClr val="708CA1"/>
              </a:buClr>
              <a:buSzPts val="2000"/>
              <a:buFont typeface="Arial"/>
              <a:buChar char="–"/>
            </a:pPr>
            <a:r>
              <a:rPr lang="en-US" sz="2000" b="0" i="0" u="none" dirty="0" err="1">
                <a:solidFill>
                  <a:schemeClr val="dk1"/>
                </a:solidFill>
                <a:latin typeface="Arial"/>
                <a:ea typeface="Arial"/>
                <a:cs typeface="Arial"/>
                <a:sym typeface="Arial"/>
              </a:rPr>
              <a:t>Tolerancia</a:t>
            </a:r>
            <a:r>
              <a:rPr lang="en-US" sz="2000" b="0" i="0" u="none" dirty="0">
                <a:solidFill>
                  <a:schemeClr val="dk1"/>
                </a:solidFill>
                <a:latin typeface="Arial"/>
                <a:ea typeface="Arial"/>
                <a:cs typeface="Arial"/>
                <a:sym typeface="Arial"/>
              </a:rPr>
              <a:t> a </a:t>
            </a:r>
            <a:r>
              <a:rPr lang="en-US" sz="2000" b="0" i="0" u="none" dirty="0" err="1">
                <a:solidFill>
                  <a:schemeClr val="dk1"/>
                </a:solidFill>
                <a:latin typeface="Arial"/>
                <a:ea typeface="Arial"/>
                <a:cs typeface="Arial"/>
                <a:sym typeface="Arial"/>
              </a:rPr>
              <a:t>fallos</a:t>
            </a:r>
            <a:endParaRPr dirty="0"/>
          </a:p>
          <a:p>
            <a:pPr marL="574675" lvl="1" indent="-127000" algn="l" rtl="0">
              <a:lnSpc>
                <a:spcPct val="95000"/>
              </a:lnSpc>
              <a:spcBef>
                <a:spcPts val="700"/>
              </a:spcBef>
              <a:spcAft>
                <a:spcPts val="0"/>
              </a:spcAft>
              <a:buClr>
                <a:srgbClr val="708CA1"/>
              </a:buClr>
              <a:buSzPts val="2000"/>
              <a:buFont typeface="Arial"/>
              <a:buChar char="–"/>
            </a:pPr>
            <a:r>
              <a:rPr lang="en-US" sz="2000" b="0" i="0" u="none" dirty="0" err="1">
                <a:solidFill>
                  <a:schemeClr val="dk1"/>
                </a:solidFill>
                <a:latin typeface="Arial"/>
                <a:ea typeface="Arial"/>
                <a:cs typeface="Arial"/>
                <a:sym typeface="Arial"/>
              </a:rPr>
              <a:t>Escalabilidad</a:t>
            </a:r>
            <a:endParaRPr dirty="0"/>
          </a:p>
          <a:p>
            <a:pPr marL="574675" lvl="1" indent="-127000" algn="l" rtl="0">
              <a:lnSpc>
                <a:spcPct val="95000"/>
              </a:lnSpc>
              <a:spcBef>
                <a:spcPts val="700"/>
              </a:spcBef>
              <a:spcAft>
                <a:spcPts val="0"/>
              </a:spcAft>
              <a:buClr>
                <a:srgbClr val="708CA1"/>
              </a:buClr>
              <a:buSzPts val="2000"/>
              <a:buFont typeface="Arial"/>
              <a:buChar char="–"/>
            </a:pPr>
            <a:r>
              <a:rPr lang="en-US" sz="2000" b="0" i="0" u="none" dirty="0">
                <a:solidFill>
                  <a:schemeClr val="dk1"/>
                </a:solidFill>
                <a:latin typeface="Arial"/>
                <a:ea typeface="Arial"/>
                <a:cs typeface="Arial"/>
                <a:sym typeface="Arial"/>
              </a:rPr>
              <a:t>Calidad de </a:t>
            </a:r>
            <a:r>
              <a:rPr lang="en-US" sz="2000" b="0" i="0" u="none" dirty="0" err="1">
                <a:solidFill>
                  <a:schemeClr val="dk1"/>
                </a:solidFill>
                <a:latin typeface="Arial"/>
                <a:ea typeface="Arial"/>
                <a:cs typeface="Arial"/>
                <a:sym typeface="Arial"/>
              </a:rPr>
              <a:t>Servicio</a:t>
            </a:r>
            <a:endParaRPr dirty="0"/>
          </a:p>
          <a:p>
            <a:pPr marL="574675" lvl="1" indent="-127000" algn="l" rtl="0">
              <a:lnSpc>
                <a:spcPct val="95000"/>
              </a:lnSpc>
              <a:spcBef>
                <a:spcPts val="700"/>
              </a:spcBef>
              <a:spcAft>
                <a:spcPts val="0"/>
              </a:spcAft>
              <a:buClr>
                <a:srgbClr val="708CA1"/>
              </a:buClr>
              <a:buSzPts val="2000"/>
              <a:buFont typeface="Arial"/>
              <a:buChar char="–"/>
            </a:pPr>
            <a:r>
              <a:rPr lang="en-US" sz="2000" b="0" i="0" u="none" dirty="0" err="1">
                <a:solidFill>
                  <a:schemeClr val="dk1"/>
                </a:solidFill>
                <a:latin typeface="Arial"/>
                <a:ea typeface="Arial"/>
                <a:cs typeface="Arial"/>
                <a:sym typeface="Arial"/>
              </a:rPr>
              <a:t>Seguridad</a:t>
            </a:r>
            <a:endParaRPr dirty="0"/>
          </a:p>
        </p:txBody>
      </p:sp>
      <p:pic>
        <p:nvPicPr>
          <p:cNvPr id="103" name="Google Shape;103;p24"/>
          <p:cNvPicPr preferRelativeResize="0"/>
          <p:nvPr/>
        </p:nvPicPr>
        <p:blipFill rotWithShape="1">
          <a:blip r:embed="rId3">
            <a:alphaModFix/>
          </a:blip>
          <a:srcRect/>
          <a:stretch/>
        </p:blipFill>
        <p:spPr>
          <a:xfrm>
            <a:off x="3922712" y="2230437"/>
            <a:ext cx="4878387" cy="3724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08"/>
        <p:cNvGrpSpPr/>
        <p:nvPr/>
      </p:nvGrpSpPr>
      <p:grpSpPr>
        <a:xfrm>
          <a:off x="0" y="0"/>
          <a:ext cx="0" cy="0"/>
          <a:chOff x="0" y="0"/>
          <a:chExt cx="0" cy="0"/>
        </a:xfrm>
      </p:grpSpPr>
      <p:sp>
        <p:nvSpPr>
          <p:cNvPr id="109" name="Google Shape;109;p25"/>
          <p:cNvSpPr txBox="1">
            <a:spLocks noGrp="1"/>
          </p:cNvSpPr>
          <p:nvPr>
            <p:ph type="title"/>
          </p:nvPr>
        </p:nvSpPr>
        <p:spPr>
          <a:xfrm>
            <a:off x="655637" y="627062"/>
            <a:ext cx="8145462" cy="838200"/>
          </a:xfrm>
          <a:prstGeom prst="rect">
            <a:avLst/>
          </a:prstGeom>
          <a:noFill/>
          <a:ln>
            <a:noFill/>
          </a:ln>
        </p:spPr>
        <p:txBody>
          <a:bodyPr spcFirstLastPara="1" wrap="square" lIns="82100" tIns="41050" rIns="82100" bIns="41050" anchor="b" anchorCtr="0">
            <a:noAutofit/>
          </a:bodyPr>
          <a:lstStyle/>
          <a:p>
            <a:pPr marL="0" lvl="0" indent="0" algn="l" rtl="0">
              <a:lnSpc>
                <a:spcPct val="90000"/>
              </a:lnSpc>
              <a:spcBef>
                <a:spcPts val="0"/>
              </a:spcBef>
              <a:spcAft>
                <a:spcPts val="0"/>
              </a:spcAft>
              <a:buClr>
                <a:srgbClr val="708CA1"/>
              </a:buClr>
              <a:buSzPts val="3200"/>
              <a:buFont typeface="Arial"/>
              <a:buNone/>
            </a:pPr>
            <a:r>
              <a:rPr lang="en-US"/>
              <a:t>Características</a:t>
            </a:r>
            <a:r>
              <a:rPr lang="en-US" sz="3200" b="1" i="0" u="none">
                <a:solidFill>
                  <a:srgbClr val="708CA1"/>
                </a:solidFill>
                <a:latin typeface="Arial"/>
                <a:ea typeface="Arial"/>
                <a:cs typeface="Arial"/>
                <a:sym typeface="Arial"/>
              </a:rPr>
              <a:t> de la Arquitectura de Red</a:t>
            </a:r>
            <a:endParaRPr/>
          </a:p>
        </p:txBody>
      </p:sp>
      <p:sp>
        <p:nvSpPr>
          <p:cNvPr id="110" name="Google Shape;110;p25"/>
          <p:cNvSpPr txBox="1">
            <a:spLocks noGrp="1"/>
          </p:cNvSpPr>
          <p:nvPr>
            <p:ph type="body" idx="1"/>
          </p:nvPr>
        </p:nvSpPr>
        <p:spPr>
          <a:xfrm>
            <a:off x="655637" y="1392237"/>
            <a:ext cx="7940675" cy="5076825"/>
          </a:xfrm>
          <a:prstGeom prst="rect">
            <a:avLst/>
          </a:prstGeom>
          <a:noFill/>
          <a:ln>
            <a:noFill/>
          </a:ln>
        </p:spPr>
        <p:txBody>
          <a:bodyPr spcFirstLastPara="1" wrap="square" lIns="82100" tIns="41050" rIns="82100" bIns="41050" anchor="t" anchorCtr="0">
            <a:noAutofit/>
          </a:bodyPr>
          <a:lstStyle/>
          <a:p>
            <a:pPr marL="236537" lvl="0" indent="-236537" algn="l" rtl="0">
              <a:lnSpc>
                <a:spcPct val="95000"/>
              </a:lnSpc>
              <a:spcBef>
                <a:spcPts val="0"/>
              </a:spcBef>
              <a:spcAft>
                <a:spcPts val="0"/>
              </a:spcAft>
              <a:buClr>
                <a:srgbClr val="708CA1"/>
              </a:buClr>
              <a:buSzPts val="2400"/>
              <a:buFont typeface="Noto Sans Symbols"/>
              <a:buChar char="▪"/>
            </a:pPr>
            <a:r>
              <a:rPr lang="en-US" sz="2400" b="1" i="0" u="none" dirty="0">
                <a:solidFill>
                  <a:schemeClr val="dk1"/>
                </a:solidFill>
                <a:latin typeface="Arial"/>
                <a:ea typeface="Arial"/>
                <a:cs typeface="Arial"/>
                <a:sym typeface="Arial"/>
              </a:rPr>
              <a:t>El Principio de </a:t>
            </a:r>
            <a:r>
              <a:rPr lang="en-US" sz="2400" b="1" i="0" u="none" dirty="0" err="1">
                <a:solidFill>
                  <a:schemeClr val="dk1"/>
                </a:solidFill>
                <a:latin typeface="Arial"/>
                <a:ea typeface="Arial"/>
                <a:cs typeface="Arial"/>
                <a:sym typeface="Arial"/>
              </a:rPr>
              <a:t>switcheo</a:t>
            </a:r>
            <a:r>
              <a:rPr lang="en-US" sz="2400" b="1" i="0" u="none" dirty="0">
                <a:solidFill>
                  <a:schemeClr val="dk1"/>
                </a:solidFill>
                <a:latin typeface="Arial"/>
                <a:ea typeface="Arial"/>
                <a:cs typeface="Arial"/>
                <a:sym typeface="Arial"/>
              </a:rPr>
              <a:t> de </a:t>
            </a:r>
            <a:r>
              <a:rPr lang="en-US" sz="2400" b="1" i="0" u="none" dirty="0" err="1">
                <a:solidFill>
                  <a:schemeClr val="dk1"/>
                </a:solidFill>
                <a:latin typeface="Arial"/>
                <a:ea typeface="Arial"/>
                <a:cs typeface="Arial"/>
                <a:sym typeface="Arial"/>
              </a:rPr>
              <a:t>paquetes</a:t>
            </a:r>
            <a:r>
              <a:rPr lang="en-US" sz="2400" b="0" i="0" u="none" dirty="0">
                <a:solidFill>
                  <a:schemeClr val="dk1"/>
                </a:solidFill>
                <a:latin typeface="Arial"/>
                <a:ea typeface="Arial"/>
                <a:cs typeface="Arial"/>
                <a:sym typeface="Arial"/>
              </a:rPr>
              <a:t> </a:t>
            </a:r>
            <a:r>
              <a:rPr lang="en-US" sz="2400" b="0" i="0" u="none" dirty="0" err="1">
                <a:solidFill>
                  <a:schemeClr val="dk1"/>
                </a:solidFill>
                <a:latin typeface="Arial"/>
                <a:ea typeface="Arial"/>
                <a:cs typeface="Arial"/>
                <a:sym typeface="Arial"/>
              </a:rPr>
              <a:t>ayuda</a:t>
            </a:r>
            <a:r>
              <a:rPr lang="en-US" sz="2400" b="0" i="0" u="none" dirty="0">
                <a:solidFill>
                  <a:schemeClr val="dk1"/>
                </a:solidFill>
                <a:latin typeface="Arial"/>
                <a:ea typeface="Arial"/>
                <a:cs typeface="Arial"/>
                <a:sym typeface="Arial"/>
              </a:rPr>
              <a:t> a </a:t>
            </a:r>
            <a:r>
              <a:rPr lang="en-US" sz="2400" b="0" i="0" u="none" dirty="0" err="1">
                <a:solidFill>
                  <a:schemeClr val="dk1"/>
                </a:solidFill>
                <a:latin typeface="Arial"/>
                <a:ea typeface="Arial"/>
                <a:cs typeface="Arial"/>
                <a:sym typeface="Arial"/>
              </a:rPr>
              <a:t>mejorar</a:t>
            </a:r>
            <a:r>
              <a:rPr lang="en-US" sz="2400" b="0" i="0" u="none" dirty="0">
                <a:solidFill>
                  <a:schemeClr val="dk1"/>
                </a:solidFill>
                <a:latin typeface="Arial"/>
                <a:ea typeface="Arial"/>
                <a:cs typeface="Arial"/>
                <a:sym typeface="Arial"/>
              </a:rPr>
              <a:t> la </a:t>
            </a:r>
            <a:r>
              <a:rPr lang="en-US" sz="2400" b="0" i="0" u="none" dirty="0" err="1">
                <a:solidFill>
                  <a:schemeClr val="dk1"/>
                </a:solidFill>
                <a:latin typeface="Arial"/>
                <a:ea typeface="Arial"/>
                <a:cs typeface="Arial"/>
                <a:sym typeface="Arial"/>
              </a:rPr>
              <a:t>tolerancia</a:t>
            </a:r>
            <a:r>
              <a:rPr lang="en-US" sz="2400" b="0" i="0" u="none" dirty="0">
                <a:solidFill>
                  <a:schemeClr val="dk1"/>
                </a:solidFill>
                <a:latin typeface="Arial"/>
                <a:ea typeface="Arial"/>
                <a:cs typeface="Arial"/>
                <a:sym typeface="Arial"/>
              </a:rPr>
              <a:t> a </a:t>
            </a:r>
            <a:r>
              <a:rPr lang="en-US" sz="2400" b="0" i="0" u="none" dirty="0" err="1">
                <a:solidFill>
                  <a:schemeClr val="dk1"/>
                </a:solidFill>
                <a:latin typeface="Arial"/>
                <a:ea typeface="Arial"/>
                <a:cs typeface="Arial"/>
                <a:sym typeface="Arial"/>
              </a:rPr>
              <a:t>fallos</a:t>
            </a:r>
            <a:r>
              <a:rPr lang="en-US" sz="2400" b="0" i="0" u="none" dirty="0">
                <a:solidFill>
                  <a:schemeClr val="dk1"/>
                </a:solidFill>
                <a:latin typeface="Arial"/>
                <a:ea typeface="Arial"/>
                <a:cs typeface="Arial"/>
                <a:sym typeface="Arial"/>
              </a:rPr>
              <a:t> </a:t>
            </a:r>
            <a:r>
              <a:rPr lang="en-US" sz="2400" b="0" i="0" u="none" dirty="0" err="1">
                <a:solidFill>
                  <a:schemeClr val="dk1"/>
                </a:solidFill>
                <a:latin typeface="Arial"/>
                <a:ea typeface="Arial"/>
                <a:cs typeface="Arial"/>
                <a:sym typeface="Arial"/>
              </a:rPr>
              <a:t>en</a:t>
            </a:r>
            <a:r>
              <a:rPr lang="en-US" sz="2400" b="0" i="0" u="none" dirty="0">
                <a:solidFill>
                  <a:schemeClr val="dk1"/>
                </a:solidFill>
                <a:latin typeface="Arial"/>
                <a:ea typeface="Arial"/>
                <a:cs typeface="Arial"/>
                <a:sym typeface="Arial"/>
              </a:rPr>
              <a:t> la </a:t>
            </a:r>
            <a:r>
              <a:rPr lang="en-US" sz="2400" b="0" i="0" u="none" dirty="0" err="1">
                <a:solidFill>
                  <a:schemeClr val="dk1"/>
                </a:solidFill>
                <a:latin typeface="Arial"/>
                <a:ea typeface="Arial"/>
                <a:cs typeface="Arial"/>
                <a:sym typeface="Arial"/>
              </a:rPr>
              <a:t>Arquitectura</a:t>
            </a:r>
            <a:r>
              <a:rPr lang="en-US" sz="2400" b="0" i="0" u="none" dirty="0">
                <a:solidFill>
                  <a:schemeClr val="dk1"/>
                </a:solidFill>
                <a:latin typeface="Arial"/>
                <a:ea typeface="Arial"/>
                <a:cs typeface="Arial"/>
                <a:sym typeface="Arial"/>
              </a:rPr>
              <a:t> de Internet</a:t>
            </a:r>
            <a:endParaRPr dirty="0"/>
          </a:p>
        </p:txBody>
      </p:sp>
      <p:pic>
        <p:nvPicPr>
          <p:cNvPr id="111" name="Google Shape;111;p25"/>
          <p:cNvPicPr preferRelativeResize="0"/>
          <p:nvPr/>
        </p:nvPicPr>
        <p:blipFill rotWithShape="1">
          <a:blip r:embed="rId3">
            <a:alphaModFix/>
          </a:blip>
          <a:srcRect/>
          <a:stretch/>
        </p:blipFill>
        <p:spPr>
          <a:xfrm>
            <a:off x="1492250" y="2473325"/>
            <a:ext cx="6307137" cy="4244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3f66aed0e54_0_3"/>
          <p:cNvSpPr txBox="1">
            <a:spLocks noGrp="1"/>
          </p:cNvSpPr>
          <p:nvPr>
            <p:ph type="title"/>
          </p:nvPr>
        </p:nvSpPr>
        <p:spPr>
          <a:xfrm>
            <a:off x="655637" y="627062"/>
            <a:ext cx="8145600" cy="838200"/>
          </a:xfrm>
          <a:prstGeom prst="rect">
            <a:avLst/>
          </a:prstGeom>
        </p:spPr>
        <p:txBody>
          <a:bodyPr spcFirstLastPara="1" wrap="square" lIns="82100" tIns="41050" rIns="82100" bIns="41050" anchor="b" anchorCtr="0">
            <a:noAutofit/>
          </a:bodyPr>
          <a:lstStyle/>
          <a:p>
            <a:pPr marL="0" lvl="0" indent="0" algn="l" rtl="0">
              <a:spcBef>
                <a:spcPts val="0"/>
              </a:spcBef>
              <a:spcAft>
                <a:spcPts val="0"/>
              </a:spcAft>
              <a:buNone/>
            </a:pPr>
            <a:r>
              <a:rPr lang="en-US"/>
              <a:t>Tolerancia a fallos</a:t>
            </a:r>
            <a:endParaRPr/>
          </a:p>
        </p:txBody>
      </p:sp>
      <p:sp>
        <p:nvSpPr>
          <p:cNvPr id="118" name="Google Shape;118;g3f66aed0e54_0_3"/>
          <p:cNvSpPr txBox="1">
            <a:spLocks noGrp="1"/>
          </p:cNvSpPr>
          <p:nvPr>
            <p:ph type="body" idx="1"/>
          </p:nvPr>
        </p:nvSpPr>
        <p:spPr>
          <a:xfrm>
            <a:off x="6196508" y="1900225"/>
            <a:ext cx="2399700" cy="3571800"/>
          </a:xfrm>
          <a:prstGeom prst="rect">
            <a:avLst/>
          </a:prstGeom>
        </p:spPr>
        <p:txBody>
          <a:bodyPr spcFirstLastPara="1" wrap="square" lIns="82100" tIns="41050" rIns="82100" bIns="41050" anchor="t" anchorCtr="0">
            <a:noAutofit/>
          </a:bodyPr>
          <a:lstStyle/>
          <a:p>
            <a:pPr marL="0" lvl="0" indent="0" algn="l" rtl="0">
              <a:spcBef>
                <a:spcPts val="900"/>
              </a:spcBef>
              <a:spcAft>
                <a:spcPts val="0"/>
              </a:spcAft>
              <a:buNone/>
            </a:pPr>
            <a:r>
              <a:rPr lang="en-US"/>
              <a:t>Eliminar los </a:t>
            </a:r>
            <a:r>
              <a:rPr lang="en-US" b="1"/>
              <a:t>SPF</a:t>
            </a:r>
            <a:endParaRPr b="1"/>
          </a:p>
          <a:p>
            <a:pPr marL="0" lvl="0" indent="0" algn="l" rtl="0">
              <a:spcBef>
                <a:spcPts val="900"/>
              </a:spcBef>
              <a:spcAft>
                <a:spcPts val="0"/>
              </a:spcAft>
              <a:buNone/>
            </a:pPr>
            <a:r>
              <a:rPr lang="en-US"/>
              <a:t>Single Point of Failure</a:t>
            </a:r>
            <a:endParaRPr/>
          </a:p>
        </p:txBody>
      </p:sp>
      <p:pic>
        <p:nvPicPr>
          <p:cNvPr id="119" name="Google Shape;119;g3f66aed0e54_0_3"/>
          <p:cNvPicPr preferRelativeResize="0"/>
          <p:nvPr/>
        </p:nvPicPr>
        <p:blipFill>
          <a:blip r:embed="rId3">
            <a:alphaModFix/>
          </a:blip>
          <a:stretch>
            <a:fillRect/>
          </a:stretch>
        </p:blipFill>
        <p:spPr>
          <a:xfrm>
            <a:off x="762000" y="2344946"/>
            <a:ext cx="5367000" cy="3736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24"/>
        <p:cNvGrpSpPr/>
        <p:nvPr/>
      </p:nvGrpSpPr>
      <p:grpSpPr>
        <a:xfrm>
          <a:off x="0" y="0"/>
          <a:ext cx="0" cy="0"/>
          <a:chOff x="0" y="0"/>
          <a:chExt cx="0" cy="0"/>
        </a:xfrm>
      </p:grpSpPr>
      <p:sp>
        <p:nvSpPr>
          <p:cNvPr id="125" name="Google Shape;125;p26"/>
          <p:cNvSpPr txBox="1">
            <a:spLocks noGrp="1"/>
          </p:cNvSpPr>
          <p:nvPr>
            <p:ph type="title"/>
          </p:nvPr>
        </p:nvSpPr>
        <p:spPr>
          <a:xfrm>
            <a:off x="655637" y="627062"/>
            <a:ext cx="8145462" cy="838200"/>
          </a:xfrm>
          <a:prstGeom prst="rect">
            <a:avLst/>
          </a:prstGeom>
          <a:noFill/>
          <a:ln>
            <a:noFill/>
          </a:ln>
        </p:spPr>
        <p:txBody>
          <a:bodyPr spcFirstLastPara="1" wrap="square" lIns="82100" tIns="41050" rIns="82100" bIns="41050" anchor="b" anchorCtr="0">
            <a:noAutofit/>
          </a:bodyPr>
          <a:lstStyle/>
          <a:p>
            <a:pPr marL="0" lvl="0" indent="0" algn="l" rtl="0">
              <a:lnSpc>
                <a:spcPct val="90000"/>
              </a:lnSpc>
              <a:spcBef>
                <a:spcPts val="0"/>
              </a:spcBef>
              <a:spcAft>
                <a:spcPts val="0"/>
              </a:spcAft>
              <a:buClr>
                <a:srgbClr val="708CA1"/>
              </a:buClr>
              <a:buSzPts val="3200"/>
              <a:buFont typeface="Arial"/>
              <a:buNone/>
            </a:pPr>
            <a:r>
              <a:rPr lang="en-US"/>
              <a:t>Características</a:t>
            </a:r>
            <a:r>
              <a:rPr lang="en-US" sz="3200" b="1" i="0" u="none">
                <a:solidFill>
                  <a:srgbClr val="708CA1"/>
                </a:solidFill>
                <a:latin typeface="Arial"/>
                <a:ea typeface="Arial"/>
                <a:cs typeface="Arial"/>
                <a:sym typeface="Arial"/>
              </a:rPr>
              <a:t> de la Arquitectura de Red</a:t>
            </a:r>
            <a:endParaRPr/>
          </a:p>
        </p:txBody>
      </p:sp>
      <p:sp>
        <p:nvSpPr>
          <p:cNvPr id="126" name="Google Shape;126;p26"/>
          <p:cNvSpPr txBox="1">
            <a:spLocks noGrp="1"/>
          </p:cNvSpPr>
          <p:nvPr>
            <p:ph type="body" idx="1"/>
          </p:nvPr>
        </p:nvSpPr>
        <p:spPr>
          <a:xfrm>
            <a:off x="655637" y="1392237"/>
            <a:ext cx="7940675" cy="5076825"/>
          </a:xfrm>
          <a:prstGeom prst="rect">
            <a:avLst/>
          </a:prstGeom>
          <a:noFill/>
          <a:ln>
            <a:noFill/>
          </a:ln>
        </p:spPr>
        <p:txBody>
          <a:bodyPr spcFirstLastPara="1" wrap="square" lIns="82100" tIns="41050" rIns="82100" bIns="41050" anchor="t" anchorCtr="0">
            <a:noAutofit/>
          </a:bodyPr>
          <a:lstStyle/>
          <a:p>
            <a:pPr marL="236537" lvl="0" indent="-236537" algn="l" rtl="0">
              <a:lnSpc>
                <a:spcPct val="95000"/>
              </a:lnSpc>
              <a:spcBef>
                <a:spcPts val="0"/>
              </a:spcBef>
              <a:spcAft>
                <a:spcPts val="0"/>
              </a:spcAft>
              <a:buClr>
                <a:srgbClr val="708CA1"/>
              </a:buClr>
              <a:buSzPts val="2400"/>
              <a:buFont typeface="Noto Sans Symbols"/>
              <a:buChar char="▪"/>
            </a:pPr>
            <a:r>
              <a:rPr lang="en-US" sz="2400" b="0" i="0" u="none" dirty="0" err="1">
                <a:solidFill>
                  <a:schemeClr val="dk1"/>
                </a:solidFill>
                <a:latin typeface="Arial"/>
                <a:ea typeface="Arial"/>
                <a:cs typeface="Arial"/>
                <a:sym typeface="Arial"/>
              </a:rPr>
              <a:t>Factores</a:t>
            </a:r>
            <a:r>
              <a:rPr lang="en-US" sz="2400" b="0" i="0" u="none" dirty="0">
                <a:solidFill>
                  <a:schemeClr val="dk1"/>
                </a:solidFill>
                <a:latin typeface="Arial"/>
                <a:ea typeface="Arial"/>
                <a:cs typeface="Arial"/>
                <a:sym typeface="Arial"/>
              </a:rPr>
              <a:t> </a:t>
            </a:r>
            <a:r>
              <a:rPr lang="en-US" sz="2400" b="0" i="0" u="none" dirty="0" err="1">
                <a:solidFill>
                  <a:schemeClr val="dk1"/>
                </a:solidFill>
                <a:latin typeface="Arial"/>
                <a:ea typeface="Arial"/>
                <a:cs typeface="Arial"/>
                <a:sym typeface="Arial"/>
              </a:rPr>
              <a:t>necesarios</a:t>
            </a:r>
            <a:r>
              <a:rPr lang="en-US" sz="2400" b="0" i="0" u="none" dirty="0">
                <a:solidFill>
                  <a:schemeClr val="dk1"/>
                </a:solidFill>
                <a:latin typeface="Arial"/>
                <a:ea typeface="Arial"/>
                <a:cs typeface="Arial"/>
                <a:sym typeface="Arial"/>
              </a:rPr>
              <a:t> para </a:t>
            </a:r>
            <a:r>
              <a:rPr lang="en-US" sz="2400" b="0" i="0" u="none" dirty="0" err="1">
                <a:solidFill>
                  <a:schemeClr val="dk1"/>
                </a:solidFill>
                <a:latin typeface="Arial"/>
                <a:ea typeface="Arial"/>
                <a:cs typeface="Arial"/>
                <a:sym typeface="Arial"/>
              </a:rPr>
              <a:t>implementar</a:t>
            </a:r>
            <a:r>
              <a:rPr lang="en-US" sz="2400" b="0" i="0" u="none" dirty="0">
                <a:solidFill>
                  <a:schemeClr val="dk1"/>
                </a:solidFill>
                <a:latin typeface="Arial"/>
                <a:ea typeface="Arial"/>
                <a:cs typeface="Arial"/>
                <a:sym typeface="Arial"/>
              </a:rPr>
              <a:t> </a:t>
            </a:r>
            <a:r>
              <a:rPr lang="en-US" sz="2400" b="0" i="0" u="none" dirty="0" err="1">
                <a:solidFill>
                  <a:schemeClr val="dk1"/>
                </a:solidFill>
                <a:latin typeface="Arial"/>
                <a:ea typeface="Arial"/>
                <a:cs typeface="Arial"/>
                <a:sym typeface="Arial"/>
              </a:rPr>
              <a:t>calidad</a:t>
            </a:r>
            <a:r>
              <a:rPr lang="en-US" sz="2400" b="0" i="0" u="none" dirty="0">
                <a:solidFill>
                  <a:schemeClr val="dk1"/>
                </a:solidFill>
                <a:latin typeface="Arial"/>
                <a:ea typeface="Arial"/>
                <a:cs typeface="Arial"/>
                <a:sym typeface="Arial"/>
              </a:rPr>
              <a:t> de </a:t>
            </a:r>
            <a:r>
              <a:rPr lang="en-US" sz="2400" b="0" i="0" u="none" dirty="0" err="1">
                <a:solidFill>
                  <a:schemeClr val="dk1"/>
                </a:solidFill>
                <a:latin typeface="Arial"/>
                <a:ea typeface="Arial"/>
                <a:cs typeface="Arial"/>
                <a:sym typeface="Arial"/>
              </a:rPr>
              <a:t>servicio</a:t>
            </a:r>
            <a:r>
              <a:rPr lang="en-US" sz="2400" b="0" i="0" u="none" dirty="0">
                <a:solidFill>
                  <a:schemeClr val="dk1"/>
                </a:solidFill>
                <a:latin typeface="Arial"/>
                <a:ea typeface="Arial"/>
                <a:cs typeface="Arial"/>
                <a:sym typeface="Arial"/>
              </a:rPr>
              <a:t> y los </a:t>
            </a:r>
            <a:r>
              <a:rPr lang="en-US" sz="2400" b="0" i="0" u="none" dirty="0" err="1">
                <a:solidFill>
                  <a:schemeClr val="dk1"/>
                </a:solidFill>
                <a:latin typeface="Arial"/>
                <a:ea typeface="Arial"/>
                <a:cs typeface="Arial"/>
                <a:sym typeface="Arial"/>
              </a:rPr>
              <a:t>mecanismos</a:t>
            </a:r>
            <a:r>
              <a:rPr lang="en-US" sz="2400" b="0" i="0" u="none" dirty="0">
                <a:solidFill>
                  <a:schemeClr val="dk1"/>
                </a:solidFill>
                <a:latin typeface="Arial"/>
                <a:ea typeface="Arial"/>
                <a:cs typeface="Arial"/>
                <a:sym typeface="Arial"/>
              </a:rPr>
              <a:t> para </a:t>
            </a:r>
            <a:r>
              <a:rPr lang="en-US" sz="2400" b="0" i="0" u="none" dirty="0" err="1">
                <a:solidFill>
                  <a:schemeClr val="dk1"/>
                </a:solidFill>
                <a:latin typeface="Arial"/>
                <a:ea typeface="Arial"/>
                <a:cs typeface="Arial"/>
                <a:sym typeface="Arial"/>
              </a:rPr>
              <a:t>asegurarla</a:t>
            </a:r>
            <a:endParaRPr dirty="0"/>
          </a:p>
          <a:p>
            <a:pPr marL="236538" lvl="0" indent="-84138" algn="l" rtl="0">
              <a:lnSpc>
                <a:spcPct val="95000"/>
              </a:lnSpc>
              <a:spcBef>
                <a:spcPts val="1200"/>
              </a:spcBef>
              <a:spcAft>
                <a:spcPts val="0"/>
              </a:spcAft>
              <a:buSzPts val="2400"/>
              <a:buNone/>
            </a:pPr>
            <a:endParaRPr sz="2400" b="0" i="0" u="none" dirty="0">
              <a:solidFill>
                <a:schemeClr val="dk1"/>
              </a:solidFill>
              <a:latin typeface="Arial"/>
              <a:ea typeface="Arial"/>
              <a:cs typeface="Arial"/>
              <a:sym typeface="Arial"/>
            </a:endParaRPr>
          </a:p>
        </p:txBody>
      </p:sp>
      <p:pic>
        <p:nvPicPr>
          <p:cNvPr id="127" name="Google Shape;127;p26"/>
          <p:cNvPicPr preferRelativeResize="0"/>
          <p:nvPr/>
        </p:nvPicPr>
        <p:blipFill rotWithShape="1">
          <a:blip r:embed="rId3">
            <a:alphaModFix/>
          </a:blip>
          <a:srcRect/>
          <a:stretch/>
        </p:blipFill>
        <p:spPr>
          <a:xfrm>
            <a:off x="815975" y="2181225"/>
            <a:ext cx="6680200" cy="4502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32"/>
        <p:cNvGrpSpPr/>
        <p:nvPr/>
      </p:nvGrpSpPr>
      <p:grpSpPr>
        <a:xfrm>
          <a:off x="0" y="0"/>
          <a:ext cx="0" cy="0"/>
          <a:chOff x="0" y="0"/>
          <a:chExt cx="0" cy="0"/>
        </a:xfrm>
      </p:grpSpPr>
      <p:sp>
        <p:nvSpPr>
          <p:cNvPr id="133" name="Google Shape;133;p27"/>
          <p:cNvSpPr txBox="1">
            <a:spLocks noGrp="1"/>
          </p:cNvSpPr>
          <p:nvPr>
            <p:ph type="title"/>
          </p:nvPr>
        </p:nvSpPr>
        <p:spPr>
          <a:xfrm>
            <a:off x="655637" y="627062"/>
            <a:ext cx="8145462" cy="838200"/>
          </a:xfrm>
          <a:prstGeom prst="rect">
            <a:avLst/>
          </a:prstGeom>
          <a:noFill/>
          <a:ln>
            <a:noFill/>
          </a:ln>
        </p:spPr>
        <p:txBody>
          <a:bodyPr spcFirstLastPara="1" wrap="square" lIns="82100" tIns="41050" rIns="82100" bIns="41050" anchor="b" anchorCtr="0">
            <a:noAutofit/>
          </a:bodyPr>
          <a:lstStyle/>
          <a:p>
            <a:pPr marL="0" lvl="0" indent="0" algn="l" rtl="0">
              <a:lnSpc>
                <a:spcPct val="90000"/>
              </a:lnSpc>
              <a:spcBef>
                <a:spcPts val="0"/>
              </a:spcBef>
              <a:spcAft>
                <a:spcPts val="0"/>
              </a:spcAft>
              <a:buClr>
                <a:srgbClr val="708CA1"/>
              </a:buClr>
              <a:buSzPts val="3200"/>
              <a:buFont typeface="Arial"/>
              <a:buNone/>
            </a:pPr>
            <a:r>
              <a:rPr lang="en-US"/>
              <a:t>Características</a:t>
            </a:r>
            <a:r>
              <a:rPr lang="en-US" sz="3200" b="1" i="0" u="none">
                <a:solidFill>
                  <a:srgbClr val="708CA1"/>
                </a:solidFill>
                <a:latin typeface="Arial"/>
                <a:ea typeface="Arial"/>
                <a:cs typeface="Arial"/>
                <a:sym typeface="Arial"/>
              </a:rPr>
              <a:t> de la Arquitectura de Red</a:t>
            </a:r>
            <a:endParaRPr/>
          </a:p>
        </p:txBody>
      </p:sp>
      <p:sp>
        <p:nvSpPr>
          <p:cNvPr id="134" name="Google Shape;134;p27"/>
          <p:cNvSpPr txBox="1">
            <a:spLocks noGrp="1"/>
          </p:cNvSpPr>
          <p:nvPr>
            <p:ph type="body" idx="1"/>
          </p:nvPr>
        </p:nvSpPr>
        <p:spPr>
          <a:xfrm>
            <a:off x="655637" y="1392237"/>
            <a:ext cx="7940675" cy="5076825"/>
          </a:xfrm>
          <a:prstGeom prst="rect">
            <a:avLst/>
          </a:prstGeom>
          <a:noFill/>
          <a:ln>
            <a:noFill/>
          </a:ln>
        </p:spPr>
        <p:txBody>
          <a:bodyPr spcFirstLastPara="1" wrap="square" lIns="82100" tIns="41050" rIns="82100" bIns="41050" anchor="t" anchorCtr="0">
            <a:noAutofit/>
          </a:bodyPr>
          <a:lstStyle/>
          <a:p>
            <a:pPr marL="236537" lvl="0" indent="-236537" algn="l" rtl="0">
              <a:lnSpc>
                <a:spcPct val="95000"/>
              </a:lnSpc>
              <a:spcBef>
                <a:spcPts val="0"/>
              </a:spcBef>
              <a:spcAft>
                <a:spcPts val="0"/>
              </a:spcAft>
              <a:buClr>
                <a:srgbClr val="708CA1"/>
              </a:buClr>
              <a:buSzPts val="2400"/>
              <a:buFont typeface="Noto Sans Symbols"/>
              <a:buChar char="▪"/>
            </a:pPr>
            <a:r>
              <a:rPr lang="en-US" sz="2400" b="0" i="0" u="none" dirty="0" err="1">
                <a:solidFill>
                  <a:schemeClr val="dk1"/>
                </a:solidFill>
                <a:latin typeface="Arial"/>
                <a:ea typeface="Arial"/>
                <a:cs typeface="Arial"/>
                <a:sym typeface="Arial"/>
              </a:rPr>
              <a:t>C</a:t>
            </a:r>
            <a:r>
              <a:rPr lang="en-US" dirty="0" err="1"/>
              <a:t>ómo</a:t>
            </a:r>
            <a:r>
              <a:rPr lang="en-US" sz="2400" b="0" i="0" u="none" dirty="0">
                <a:solidFill>
                  <a:schemeClr val="dk1"/>
                </a:solidFill>
                <a:latin typeface="Arial"/>
                <a:ea typeface="Arial"/>
                <a:cs typeface="Arial"/>
                <a:sym typeface="Arial"/>
              </a:rPr>
              <a:t> y </a:t>
            </a:r>
            <a:r>
              <a:rPr lang="en-US" dirty="0" err="1"/>
              <a:t>porqué</a:t>
            </a:r>
            <a:r>
              <a:rPr lang="en-US" sz="2400" b="0" i="0" u="none" dirty="0">
                <a:solidFill>
                  <a:schemeClr val="dk1"/>
                </a:solidFill>
                <a:latin typeface="Arial"/>
                <a:ea typeface="Arial"/>
                <a:cs typeface="Arial"/>
                <a:sym typeface="Arial"/>
              </a:rPr>
              <a:t> las redes </a:t>
            </a:r>
            <a:r>
              <a:rPr lang="en-US" sz="2400" b="0" i="0" u="none" dirty="0" err="1">
                <a:solidFill>
                  <a:schemeClr val="dk1"/>
                </a:solidFill>
                <a:latin typeface="Arial"/>
                <a:ea typeface="Arial"/>
                <a:cs typeface="Arial"/>
                <a:sym typeface="Arial"/>
              </a:rPr>
              <a:t>deben</a:t>
            </a:r>
            <a:r>
              <a:rPr lang="en-US" sz="2400" b="0" i="0" u="none" dirty="0">
                <a:solidFill>
                  <a:schemeClr val="dk1"/>
                </a:solidFill>
                <a:latin typeface="Arial"/>
                <a:ea typeface="Arial"/>
                <a:cs typeface="Arial"/>
                <a:sym typeface="Arial"/>
              </a:rPr>
              <a:t> ser </a:t>
            </a:r>
            <a:r>
              <a:rPr lang="en-US" sz="2400" b="0" i="0" u="none" dirty="0" err="1">
                <a:solidFill>
                  <a:schemeClr val="dk1"/>
                </a:solidFill>
                <a:latin typeface="Arial"/>
                <a:ea typeface="Arial"/>
                <a:cs typeface="Arial"/>
                <a:sym typeface="Arial"/>
              </a:rPr>
              <a:t>seguras</a:t>
            </a:r>
            <a:endParaRPr dirty="0"/>
          </a:p>
          <a:p>
            <a:pPr marL="236537" lvl="0" indent="-236537" algn="l" rtl="0">
              <a:lnSpc>
                <a:spcPct val="95000"/>
              </a:lnSpc>
              <a:spcBef>
                <a:spcPts val="1400"/>
              </a:spcBef>
              <a:spcAft>
                <a:spcPts val="0"/>
              </a:spcAft>
              <a:buClr>
                <a:srgbClr val="708CA1"/>
              </a:buClr>
              <a:buSzPts val="2800"/>
              <a:buFont typeface="Noto Sans Symbols"/>
              <a:buChar char="▪"/>
            </a:pPr>
            <a:r>
              <a:rPr lang="en-US" sz="2800" b="0" i="0" u="none" dirty="0" err="1">
                <a:solidFill>
                  <a:schemeClr val="dk1"/>
                </a:solidFill>
                <a:latin typeface="Arial"/>
                <a:ea typeface="Arial"/>
                <a:cs typeface="Arial"/>
                <a:sym typeface="Arial"/>
              </a:rPr>
              <a:t>Billones</a:t>
            </a:r>
            <a:r>
              <a:rPr lang="en-US" sz="2800" b="0" i="0" u="none" dirty="0">
                <a:solidFill>
                  <a:schemeClr val="dk1"/>
                </a:solidFill>
                <a:latin typeface="Arial"/>
                <a:ea typeface="Arial"/>
                <a:cs typeface="Arial"/>
                <a:sym typeface="Arial"/>
              </a:rPr>
              <a:t> de </a:t>
            </a:r>
            <a:r>
              <a:rPr lang="en-US" sz="2800" b="0" i="0" u="none" dirty="0" err="1">
                <a:solidFill>
                  <a:schemeClr val="dk1"/>
                </a:solidFill>
                <a:latin typeface="Arial"/>
                <a:ea typeface="Arial"/>
                <a:cs typeface="Arial"/>
                <a:sym typeface="Arial"/>
              </a:rPr>
              <a:t>eventos</a:t>
            </a:r>
            <a:r>
              <a:rPr lang="en-US" sz="2800" b="0" i="0" u="none" dirty="0">
                <a:solidFill>
                  <a:schemeClr val="dk1"/>
                </a:solidFill>
                <a:latin typeface="Arial"/>
                <a:ea typeface="Arial"/>
                <a:cs typeface="Arial"/>
                <a:sym typeface="Arial"/>
              </a:rPr>
              <a:t> </a:t>
            </a:r>
            <a:r>
              <a:rPr lang="en-US" sz="2800" b="0" i="0" u="none" dirty="0" err="1">
                <a:solidFill>
                  <a:schemeClr val="dk1"/>
                </a:solidFill>
                <a:latin typeface="Arial"/>
                <a:ea typeface="Arial"/>
                <a:cs typeface="Arial"/>
                <a:sym typeface="Arial"/>
              </a:rPr>
              <a:t>diarios</a:t>
            </a:r>
            <a:r>
              <a:rPr lang="en-US" sz="2800" b="0" i="0" u="none" dirty="0">
                <a:solidFill>
                  <a:schemeClr val="dk1"/>
                </a:solidFill>
                <a:latin typeface="Arial"/>
                <a:ea typeface="Arial"/>
                <a:cs typeface="Arial"/>
                <a:sym typeface="Arial"/>
              </a:rPr>
              <a:t> son </a:t>
            </a:r>
            <a:r>
              <a:rPr lang="en-US" sz="2800" b="0" i="0" u="none" dirty="0" err="1">
                <a:solidFill>
                  <a:schemeClr val="dk1"/>
                </a:solidFill>
                <a:latin typeface="Arial"/>
                <a:ea typeface="Arial"/>
                <a:cs typeface="Arial"/>
                <a:sym typeface="Arial"/>
              </a:rPr>
              <a:t>monitoreados</a:t>
            </a:r>
            <a:r>
              <a:rPr lang="en-US" sz="2800" b="0" i="0" u="none" dirty="0">
                <a:solidFill>
                  <a:schemeClr val="dk1"/>
                </a:solidFill>
                <a:latin typeface="Arial"/>
                <a:ea typeface="Arial"/>
                <a:cs typeface="Arial"/>
                <a:sym typeface="Arial"/>
              </a:rPr>
              <a:t> por Cisco Secure X:</a:t>
            </a:r>
            <a:endParaRPr dirty="0"/>
          </a:p>
          <a:p>
            <a:pPr marL="236537" lvl="0" indent="-236537" algn="l" rtl="0">
              <a:lnSpc>
                <a:spcPct val="95000"/>
              </a:lnSpc>
              <a:spcBef>
                <a:spcPts val="1400"/>
              </a:spcBef>
              <a:spcAft>
                <a:spcPts val="0"/>
              </a:spcAft>
              <a:buSzPts val="2800"/>
              <a:buNone/>
            </a:pPr>
            <a:r>
              <a:rPr lang="en-US" sz="2800" b="0" i="0" u="none" dirty="0">
                <a:solidFill>
                  <a:schemeClr val="dk1"/>
                </a:solidFill>
                <a:latin typeface="Arial"/>
                <a:ea typeface="Arial"/>
                <a:cs typeface="Arial"/>
                <a:sym typeface="Arial"/>
              </a:rPr>
              <a:t>	Junio 2020</a:t>
            </a:r>
            <a:endParaRPr dirty="0"/>
          </a:p>
          <a:p>
            <a:pPr marL="800100" lvl="1" indent="-342900" algn="l" rtl="0">
              <a:lnSpc>
                <a:spcPct val="95000"/>
              </a:lnSpc>
              <a:spcBef>
                <a:spcPts val="840"/>
              </a:spcBef>
              <a:spcAft>
                <a:spcPts val="0"/>
              </a:spcAft>
              <a:buClr>
                <a:srgbClr val="708CA1"/>
              </a:buClr>
              <a:buSzPts val="2400"/>
              <a:buFont typeface="Arial"/>
              <a:buChar char="•"/>
            </a:pPr>
            <a:r>
              <a:rPr lang="en-US" sz="2400" b="0" i="0" u="none" dirty="0">
                <a:solidFill>
                  <a:schemeClr val="dk1"/>
                </a:solidFill>
                <a:latin typeface="Arial"/>
                <a:ea typeface="Arial"/>
                <a:cs typeface="Arial"/>
                <a:sym typeface="Arial"/>
              </a:rPr>
              <a:t>47 </a:t>
            </a:r>
            <a:r>
              <a:rPr lang="en-US" sz="2400" b="0" i="0" u="none" dirty="0" err="1">
                <a:solidFill>
                  <a:schemeClr val="dk1"/>
                </a:solidFill>
                <a:latin typeface="Arial"/>
                <a:ea typeface="Arial"/>
                <a:cs typeface="Arial"/>
                <a:sym typeface="Arial"/>
              </a:rPr>
              <a:t>billones</a:t>
            </a:r>
            <a:r>
              <a:rPr lang="en-US" sz="2400" b="0" i="0" u="none" dirty="0">
                <a:solidFill>
                  <a:schemeClr val="dk1"/>
                </a:solidFill>
                <a:latin typeface="Arial"/>
                <a:ea typeface="Arial"/>
                <a:cs typeface="Arial"/>
                <a:sym typeface="Arial"/>
              </a:rPr>
              <a:t> web request</a:t>
            </a:r>
            <a:endParaRPr dirty="0"/>
          </a:p>
          <a:p>
            <a:pPr marL="800100" lvl="1" indent="-342900" algn="l" rtl="0">
              <a:lnSpc>
                <a:spcPct val="95000"/>
              </a:lnSpc>
              <a:spcBef>
                <a:spcPts val="840"/>
              </a:spcBef>
              <a:spcAft>
                <a:spcPts val="0"/>
              </a:spcAft>
              <a:buClr>
                <a:srgbClr val="708CA1"/>
              </a:buClr>
              <a:buSzPts val="2400"/>
              <a:buFont typeface="Arial"/>
              <a:buChar char="•"/>
            </a:pPr>
            <a:r>
              <a:rPr lang="en-US" sz="2400" b="0" i="0" u="none" dirty="0">
                <a:solidFill>
                  <a:schemeClr val="dk1"/>
                </a:solidFill>
                <a:latin typeface="Arial"/>
                <a:ea typeface="Arial"/>
                <a:cs typeface="Arial"/>
                <a:sym typeface="Arial"/>
              </a:rPr>
              <a:t>200 </a:t>
            </a:r>
            <a:r>
              <a:rPr lang="en-US" sz="2400" b="0" i="0" u="none" dirty="0" err="1">
                <a:solidFill>
                  <a:schemeClr val="dk1"/>
                </a:solidFill>
                <a:latin typeface="Arial"/>
                <a:ea typeface="Arial"/>
                <a:cs typeface="Arial"/>
                <a:sym typeface="Arial"/>
              </a:rPr>
              <a:t>billones</a:t>
            </a:r>
            <a:r>
              <a:rPr lang="en-US" sz="2400" b="0" i="0" u="none" dirty="0">
                <a:solidFill>
                  <a:schemeClr val="dk1"/>
                </a:solidFill>
                <a:latin typeface="Arial"/>
                <a:ea typeface="Arial"/>
                <a:cs typeface="Arial"/>
                <a:sym typeface="Arial"/>
              </a:rPr>
              <a:t> de queries DNS</a:t>
            </a:r>
            <a:endParaRPr dirty="0"/>
          </a:p>
          <a:p>
            <a:pPr marL="800100" lvl="1" indent="-342900" algn="l" rtl="0">
              <a:lnSpc>
                <a:spcPct val="95000"/>
              </a:lnSpc>
              <a:spcBef>
                <a:spcPts val="840"/>
              </a:spcBef>
              <a:spcAft>
                <a:spcPts val="0"/>
              </a:spcAft>
              <a:buClr>
                <a:srgbClr val="708CA1"/>
              </a:buClr>
              <a:buSzPts val="2400"/>
              <a:buFont typeface="Arial"/>
              <a:buChar char="•"/>
            </a:pPr>
            <a:r>
              <a:rPr lang="en-US" sz="2400" b="0" i="0" u="none" dirty="0">
                <a:solidFill>
                  <a:schemeClr val="dk1"/>
                </a:solidFill>
                <a:latin typeface="Arial"/>
                <a:ea typeface="Arial"/>
                <a:cs typeface="Arial"/>
                <a:sym typeface="Arial"/>
              </a:rPr>
              <a:t>3 </a:t>
            </a:r>
            <a:r>
              <a:rPr lang="en-US" sz="2400" b="0" i="0" u="none" dirty="0" err="1">
                <a:solidFill>
                  <a:schemeClr val="dk1"/>
                </a:solidFill>
                <a:latin typeface="Arial"/>
                <a:ea typeface="Arial"/>
                <a:cs typeface="Arial"/>
                <a:sym typeface="Arial"/>
              </a:rPr>
              <a:t>trillones</a:t>
            </a:r>
            <a:r>
              <a:rPr lang="en-US" sz="2400" b="0" i="0" u="none" dirty="0">
                <a:solidFill>
                  <a:schemeClr val="dk1"/>
                </a:solidFill>
                <a:latin typeface="Arial"/>
                <a:ea typeface="Arial"/>
                <a:cs typeface="Arial"/>
                <a:sym typeface="Arial"/>
              </a:rPr>
              <a:t> de </a:t>
            </a:r>
            <a:r>
              <a:rPr lang="en-US" sz="2400" b="0" i="0" u="none" dirty="0" err="1">
                <a:solidFill>
                  <a:schemeClr val="dk1"/>
                </a:solidFill>
                <a:latin typeface="Arial"/>
                <a:ea typeface="Arial"/>
                <a:cs typeface="Arial"/>
                <a:sym typeface="Arial"/>
              </a:rPr>
              <a:t>correos</a:t>
            </a:r>
            <a:endParaRPr dirty="0"/>
          </a:p>
        </p:txBody>
      </p:sp>
      <p:pic>
        <p:nvPicPr>
          <p:cNvPr id="135" name="Google Shape;135;p27"/>
          <p:cNvPicPr preferRelativeResize="0"/>
          <p:nvPr/>
        </p:nvPicPr>
        <p:blipFill rotWithShape="1">
          <a:blip r:embed="rId3">
            <a:alphaModFix/>
          </a:blip>
          <a:srcRect/>
          <a:stretch/>
        </p:blipFill>
        <p:spPr>
          <a:xfrm>
            <a:off x="5481637" y="4335462"/>
            <a:ext cx="3560762" cy="2416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40"/>
        <p:cNvGrpSpPr/>
        <p:nvPr/>
      </p:nvGrpSpPr>
      <p:grpSpPr>
        <a:xfrm>
          <a:off x="0" y="0"/>
          <a:ext cx="0" cy="0"/>
          <a:chOff x="0" y="0"/>
          <a:chExt cx="0" cy="0"/>
        </a:xfrm>
      </p:grpSpPr>
      <p:sp>
        <p:nvSpPr>
          <p:cNvPr id="141" name="Google Shape;141;p28"/>
          <p:cNvSpPr txBox="1">
            <a:spLocks noGrp="1"/>
          </p:cNvSpPr>
          <p:nvPr>
            <p:ph type="title"/>
          </p:nvPr>
        </p:nvSpPr>
        <p:spPr>
          <a:xfrm>
            <a:off x="655637" y="627062"/>
            <a:ext cx="8145462" cy="838200"/>
          </a:xfrm>
          <a:prstGeom prst="rect">
            <a:avLst/>
          </a:prstGeom>
          <a:noFill/>
          <a:ln>
            <a:noFill/>
          </a:ln>
        </p:spPr>
        <p:txBody>
          <a:bodyPr spcFirstLastPara="1" wrap="square" lIns="82100" tIns="41050" rIns="82100" bIns="41050" anchor="b" anchorCtr="0">
            <a:noAutofit/>
          </a:bodyPr>
          <a:lstStyle/>
          <a:p>
            <a:pPr marL="0" lvl="0" indent="0" algn="l" rtl="0">
              <a:lnSpc>
                <a:spcPct val="90000"/>
              </a:lnSpc>
              <a:spcBef>
                <a:spcPts val="0"/>
              </a:spcBef>
              <a:spcAft>
                <a:spcPts val="0"/>
              </a:spcAft>
              <a:buClr>
                <a:srgbClr val="708CA1"/>
              </a:buClr>
              <a:buSzPts val="3200"/>
              <a:buFont typeface="Arial"/>
              <a:buNone/>
            </a:pPr>
            <a:r>
              <a:rPr lang="en-US"/>
              <a:t>Características</a:t>
            </a:r>
            <a:r>
              <a:rPr lang="en-US" sz="3200" b="1" i="0" u="none">
                <a:solidFill>
                  <a:srgbClr val="708CA1"/>
                </a:solidFill>
                <a:latin typeface="Arial"/>
                <a:ea typeface="Arial"/>
                <a:cs typeface="Arial"/>
                <a:sym typeface="Arial"/>
              </a:rPr>
              <a:t> de la Arquitectura de Red</a:t>
            </a:r>
            <a:endParaRPr/>
          </a:p>
        </p:txBody>
      </p:sp>
      <p:sp>
        <p:nvSpPr>
          <p:cNvPr id="142" name="Google Shape;142;p28"/>
          <p:cNvSpPr txBox="1">
            <a:spLocks noGrp="1"/>
          </p:cNvSpPr>
          <p:nvPr>
            <p:ph type="body" idx="1"/>
          </p:nvPr>
        </p:nvSpPr>
        <p:spPr>
          <a:xfrm>
            <a:off x="220662" y="1371600"/>
            <a:ext cx="8088312" cy="5076825"/>
          </a:xfrm>
          <a:prstGeom prst="rect">
            <a:avLst/>
          </a:prstGeom>
          <a:noFill/>
          <a:ln>
            <a:noFill/>
          </a:ln>
        </p:spPr>
        <p:txBody>
          <a:bodyPr spcFirstLastPara="1" wrap="square" lIns="82100" tIns="41050" rIns="82100" bIns="41050" anchor="t" anchorCtr="0">
            <a:noAutofit/>
          </a:bodyPr>
          <a:lstStyle/>
          <a:p>
            <a:pPr marL="236537" lvl="0" indent="-236537" algn="l" rtl="0">
              <a:lnSpc>
                <a:spcPct val="95000"/>
              </a:lnSpc>
              <a:spcBef>
                <a:spcPts val="0"/>
              </a:spcBef>
              <a:spcAft>
                <a:spcPts val="0"/>
              </a:spcAft>
              <a:buClr>
                <a:srgbClr val="708CA1"/>
              </a:buClr>
              <a:buSzPts val="2400"/>
              <a:buFont typeface="Noto Sans Symbols"/>
              <a:buChar char="▪"/>
            </a:pPr>
            <a:r>
              <a:rPr lang="en-US" sz="2400" b="0" i="0" u="none">
                <a:solidFill>
                  <a:schemeClr val="dk1"/>
                </a:solidFill>
                <a:latin typeface="Arial"/>
                <a:ea typeface="Arial"/>
                <a:cs typeface="Arial"/>
                <a:sym typeface="Arial"/>
              </a:rPr>
              <a:t>Medidas </a:t>
            </a:r>
            <a:r>
              <a:rPr lang="en-US"/>
              <a:t>básicas</a:t>
            </a:r>
            <a:r>
              <a:rPr lang="en-US" sz="2400" b="0" i="0" u="none">
                <a:solidFill>
                  <a:schemeClr val="dk1"/>
                </a:solidFill>
                <a:latin typeface="Arial"/>
                <a:ea typeface="Arial"/>
                <a:cs typeface="Arial"/>
                <a:sym typeface="Arial"/>
              </a:rPr>
              <a:t> para brindar seguridad</a:t>
            </a:r>
            <a:endParaRPr/>
          </a:p>
          <a:p>
            <a:pPr marL="574675" lvl="1" indent="-127000" algn="l" rtl="0">
              <a:lnSpc>
                <a:spcPct val="95000"/>
              </a:lnSpc>
              <a:spcBef>
                <a:spcPts val="700"/>
              </a:spcBef>
              <a:spcAft>
                <a:spcPts val="0"/>
              </a:spcAft>
              <a:buClr>
                <a:srgbClr val="708CA1"/>
              </a:buClr>
              <a:buSzPts val="2000"/>
              <a:buFont typeface="Arial"/>
              <a:buChar char="–"/>
            </a:pPr>
            <a:r>
              <a:rPr lang="en-US" sz="2000" b="0" i="0" u="none">
                <a:solidFill>
                  <a:schemeClr val="dk1"/>
                </a:solidFill>
                <a:latin typeface="Arial"/>
                <a:ea typeface="Arial"/>
                <a:cs typeface="Arial"/>
                <a:sym typeface="Arial"/>
              </a:rPr>
              <a:t>Asegurar la confidencialidad a </a:t>
            </a:r>
            <a:r>
              <a:rPr lang="en-US"/>
              <a:t>través</a:t>
            </a:r>
            <a:r>
              <a:rPr lang="en-US" sz="2000" b="0" i="0" u="none">
                <a:solidFill>
                  <a:schemeClr val="dk1"/>
                </a:solidFill>
                <a:latin typeface="Arial"/>
                <a:ea typeface="Arial"/>
                <a:cs typeface="Arial"/>
                <a:sym typeface="Arial"/>
              </a:rPr>
              <a:t> de</a:t>
            </a:r>
            <a:endParaRPr/>
          </a:p>
          <a:p>
            <a:pPr marL="914400" lvl="2" indent="-127000" algn="l" rtl="0">
              <a:lnSpc>
                <a:spcPct val="95000"/>
              </a:lnSpc>
              <a:spcBef>
                <a:spcPts val="700"/>
              </a:spcBef>
              <a:spcAft>
                <a:spcPts val="0"/>
              </a:spcAft>
              <a:buClr>
                <a:srgbClr val="708CA1"/>
              </a:buClr>
              <a:buSzPts val="2000"/>
              <a:buFont typeface="Arial"/>
              <a:buChar char="•"/>
            </a:pPr>
            <a:r>
              <a:rPr lang="en-US"/>
              <a:t>Autentificación</a:t>
            </a:r>
            <a:r>
              <a:rPr lang="en-US" sz="2000" b="0" i="0" u="none">
                <a:solidFill>
                  <a:schemeClr val="dk1"/>
                </a:solidFill>
                <a:latin typeface="Arial"/>
                <a:ea typeface="Arial"/>
                <a:cs typeface="Arial"/>
                <a:sym typeface="Arial"/>
              </a:rPr>
              <a:t> de usuarios</a:t>
            </a:r>
            <a:endParaRPr/>
          </a:p>
          <a:p>
            <a:pPr marL="914400" lvl="2" indent="-127000" algn="l" rtl="0">
              <a:lnSpc>
                <a:spcPct val="95000"/>
              </a:lnSpc>
              <a:spcBef>
                <a:spcPts val="700"/>
              </a:spcBef>
              <a:spcAft>
                <a:spcPts val="0"/>
              </a:spcAft>
              <a:buClr>
                <a:srgbClr val="708CA1"/>
              </a:buClr>
              <a:buSzPts val="2000"/>
              <a:buFont typeface="Arial"/>
              <a:buChar char="•"/>
            </a:pPr>
            <a:r>
              <a:rPr lang="en-US"/>
              <a:t>Encriptación</a:t>
            </a:r>
            <a:r>
              <a:rPr lang="en-US" sz="2000" b="0" i="0" u="none">
                <a:solidFill>
                  <a:schemeClr val="dk1"/>
                </a:solidFill>
                <a:latin typeface="Arial"/>
                <a:ea typeface="Arial"/>
                <a:cs typeface="Arial"/>
                <a:sym typeface="Arial"/>
              </a:rPr>
              <a:t> de datos</a:t>
            </a:r>
            <a:endParaRPr/>
          </a:p>
          <a:p>
            <a:pPr marL="574675" lvl="1" indent="-127000" algn="l" rtl="0">
              <a:lnSpc>
                <a:spcPct val="95000"/>
              </a:lnSpc>
              <a:spcBef>
                <a:spcPts val="700"/>
              </a:spcBef>
              <a:spcAft>
                <a:spcPts val="0"/>
              </a:spcAft>
              <a:buClr>
                <a:srgbClr val="708CA1"/>
              </a:buClr>
              <a:buSzPts val="2000"/>
              <a:buFont typeface="Arial"/>
              <a:buChar char="–"/>
            </a:pPr>
            <a:r>
              <a:rPr lang="en-US" sz="2000" b="0" i="0" u="none">
                <a:solidFill>
                  <a:schemeClr val="dk1"/>
                </a:solidFill>
                <a:latin typeface="Arial"/>
                <a:ea typeface="Arial"/>
                <a:cs typeface="Arial"/>
                <a:sym typeface="Arial"/>
              </a:rPr>
              <a:t>Mantener la integridad de la </a:t>
            </a:r>
            <a:r>
              <a:rPr lang="en-US"/>
              <a:t>comunicación</a:t>
            </a:r>
            <a:r>
              <a:rPr lang="en-US" sz="2000" b="0" i="0" u="none">
                <a:solidFill>
                  <a:schemeClr val="dk1"/>
                </a:solidFill>
                <a:latin typeface="Arial"/>
                <a:ea typeface="Arial"/>
                <a:cs typeface="Arial"/>
                <a:sym typeface="Arial"/>
              </a:rPr>
              <a:t> a </a:t>
            </a:r>
            <a:r>
              <a:rPr lang="en-US"/>
              <a:t>través</a:t>
            </a:r>
            <a:r>
              <a:rPr lang="en-US" sz="2000" b="0" i="0" u="none">
                <a:solidFill>
                  <a:schemeClr val="dk1"/>
                </a:solidFill>
                <a:latin typeface="Arial"/>
                <a:ea typeface="Arial"/>
                <a:cs typeface="Arial"/>
                <a:sym typeface="Arial"/>
              </a:rPr>
              <a:t> de</a:t>
            </a:r>
            <a:endParaRPr/>
          </a:p>
          <a:p>
            <a:pPr marL="914400" lvl="2" indent="-127000" algn="l" rtl="0">
              <a:lnSpc>
                <a:spcPct val="95000"/>
              </a:lnSpc>
              <a:spcBef>
                <a:spcPts val="700"/>
              </a:spcBef>
              <a:spcAft>
                <a:spcPts val="0"/>
              </a:spcAft>
              <a:buClr>
                <a:srgbClr val="708CA1"/>
              </a:buClr>
              <a:buSzPts val="2000"/>
              <a:buFont typeface="Arial"/>
              <a:buChar char="•"/>
            </a:pPr>
            <a:r>
              <a:rPr lang="en-US" sz="2000" b="0" i="0" u="none">
                <a:solidFill>
                  <a:schemeClr val="dk1"/>
                </a:solidFill>
                <a:latin typeface="Arial"/>
                <a:ea typeface="Arial"/>
                <a:cs typeface="Arial"/>
                <a:sym typeface="Arial"/>
              </a:rPr>
              <a:t>Firmas digitales</a:t>
            </a:r>
            <a:endParaRPr/>
          </a:p>
          <a:p>
            <a:pPr marL="574675" lvl="1" indent="-127000" algn="l" rtl="0">
              <a:lnSpc>
                <a:spcPct val="95000"/>
              </a:lnSpc>
              <a:spcBef>
                <a:spcPts val="700"/>
              </a:spcBef>
              <a:spcAft>
                <a:spcPts val="0"/>
              </a:spcAft>
              <a:buClr>
                <a:srgbClr val="708CA1"/>
              </a:buClr>
              <a:buSzPts val="2000"/>
              <a:buFont typeface="Arial"/>
              <a:buChar char="–"/>
            </a:pPr>
            <a:r>
              <a:rPr lang="en-US" sz="2000" b="0" i="0" u="none">
                <a:solidFill>
                  <a:schemeClr val="dk1"/>
                </a:solidFill>
                <a:latin typeface="Arial"/>
                <a:ea typeface="Arial"/>
                <a:cs typeface="Arial"/>
                <a:sym typeface="Arial"/>
              </a:rPr>
              <a:t>Asegurar la disponibilidad a </a:t>
            </a:r>
            <a:r>
              <a:rPr lang="en-US"/>
              <a:t>través</a:t>
            </a:r>
            <a:r>
              <a:rPr lang="en-US" sz="2000" b="0" i="0" u="none">
                <a:solidFill>
                  <a:schemeClr val="dk1"/>
                </a:solidFill>
                <a:latin typeface="Arial"/>
                <a:ea typeface="Arial"/>
                <a:cs typeface="Arial"/>
                <a:sym typeface="Arial"/>
              </a:rPr>
              <a:t> de</a:t>
            </a:r>
            <a:endParaRPr/>
          </a:p>
          <a:p>
            <a:pPr marL="914400" lvl="2" indent="-127000" algn="l" rtl="0">
              <a:lnSpc>
                <a:spcPct val="95000"/>
              </a:lnSpc>
              <a:spcBef>
                <a:spcPts val="700"/>
              </a:spcBef>
              <a:spcAft>
                <a:spcPts val="0"/>
              </a:spcAft>
              <a:buClr>
                <a:srgbClr val="708CA1"/>
              </a:buClr>
              <a:buSzPts val="2000"/>
              <a:buFont typeface="Arial"/>
              <a:buChar char="•"/>
            </a:pPr>
            <a:r>
              <a:rPr lang="en-US" sz="2000" b="0" i="0" u="none">
                <a:solidFill>
                  <a:schemeClr val="dk1"/>
                </a:solidFill>
                <a:latin typeface="Arial"/>
                <a:ea typeface="Arial"/>
                <a:cs typeface="Arial"/>
                <a:sym typeface="Arial"/>
              </a:rPr>
              <a:t>Firewalls</a:t>
            </a:r>
            <a:endParaRPr/>
          </a:p>
          <a:p>
            <a:pPr marL="914400" lvl="2" indent="-127000" algn="l" rtl="0">
              <a:lnSpc>
                <a:spcPct val="95000"/>
              </a:lnSpc>
              <a:spcBef>
                <a:spcPts val="700"/>
              </a:spcBef>
              <a:spcAft>
                <a:spcPts val="0"/>
              </a:spcAft>
              <a:buClr>
                <a:srgbClr val="708CA1"/>
              </a:buClr>
              <a:buSzPts val="2000"/>
              <a:buFont typeface="Arial"/>
              <a:buChar char="•"/>
            </a:pPr>
            <a:r>
              <a:rPr lang="en-US" sz="2000" b="0" i="0" u="none">
                <a:solidFill>
                  <a:schemeClr val="dk1"/>
                </a:solidFill>
                <a:latin typeface="Arial"/>
                <a:ea typeface="Arial"/>
                <a:cs typeface="Arial"/>
                <a:sym typeface="Arial"/>
              </a:rPr>
              <a:t>Redes Redundantes</a:t>
            </a:r>
            <a:endParaRPr/>
          </a:p>
          <a:p>
            <a:pPr marL="914400" lvl="2" indent="-127000" algn="l" rtl="0">
              <a:lnSpc>
                <a:spcPct val="95000"/>
              </a:lnSpc>
              <a:spcBef>
                <a:spcPts val="700"/>
              </a:spcBef>
              <a:spcAft>
                <a:spcPts val="0"/>
              </a:spcAft>
              <a:buClr>
                <a:srgbClr val="708CA1"/>
              </a:buClr>
              <a:buSzPts val="2000"/>
              <a:buFont typeface="Arial"/>
              <a:buChar char="•"/>
            </a:pPr>
            <a:r>
              <a:rPr lang="en-US" sz="2000" b="0" i="0" u="none">
                <a:solidFill>
                  <a:schemeClr val="dk1"/>
                </a:solidFill>
                <a:latin typeface="Arial"/>
                <a:ea typeface="Arial"/>
                <a:cs typeface="Arial"/>
                <a:sym typeface="Arial"/>
              </a:rPr>
              <a:t>Hardware sin ningun punto de </a:t>
            </a:r>
            <a:endParaRPr/>
          </a:p>
          <a:p>
            <a:pPr marL="914400" lvl="2" indent="0" algn="l" rtl="0">
              <a:lnSpc>
                <a:spcPct val="95000"/>
              </a:lnSpc>
              <a:spcBef>
                <a:spcPts val="700"/>
              </a:spcBef>
              <a:spcAft>
                <a:spcPts val="0"/>
              </a:spcAft>
              <a:buSzPts val="2000"/>
              <a:buFont typeface="Arial"/>
              <a:buNone/>
            </a:pPr>
            <a:r>
              <a:rPr lang="en-US" sz="2000" b="0" i="0" u="none">
                <a:solidFill>
                  <a:schemeClr val="dk1"/>
                </a:solidFill>
                <a:latin typeface="Arial"/>
                <a:ea typeface="Arial"/>
                <a:cs typeface="Arial"/>
                <a:sym typeface="Arial"/>
              </a:rPr>
              <a:t>Fallas</a:t>
            </a:r>
            <a:endParaRPr/>
          </a:p>
          <a:p>
            <a:pPr marL="236537" lvl="0" indent="-236537" algn="l" rtl="0">
              <a:lnSpc>
                <a:spcPct val="95000"/>
              </a:lnSpc>
              <a:spcBef>
                <a:spcPts val="1600"/>
              </a:spcBef>
              <a:spcAft>
                <a:spcPts val="0"/>
              </a:spcAft>
              <a:buClr>
                <a:srgbClr val="708CA1"/>
              </a:buClr>
              <a:buSzPts val="2800"/>
              <a:buFont typeface="Noto Sans Symbols"/>
              <a:buChar char="▪"/>
            </a:pPr>
            <a:r>
              <a:rPr lang="en-US" sz="2800" b="0" i="0" u="none">
                <a:solidFill>
                  <a:schemeClr val="dk1"/>
                </a:solidFill>
                <a:latin typeface="Arial"/>
                <a:ea typeface="Arial"/>
                <a:cs typeface="Arial"/>
                <a:sym typeface="Arial"/>
              </a:rPr>
              <a:t>La seguridad en los ambientes </a:t>
            </a:r>
            <a:r>
              <a:rPr lang="en-US" sz="2800"/>
              <a:t>dinámicos</a:t>
            </a:r>
            <a:r>
              <a:rPr lang="en-US" sz="2800" b="0" i="0" u="none">
                <a:solidFill>
                  <a:schemeClr val="dk1"/>
                </a:solidFill>
                <a:latin typeface="Arial"/>
                <a:ea typeface="Arial"/>
                <a:cs typeface="Arial"/>
                <a:sym typeface="Arial"/>
              </a:rPr>
              <a:t> de la actualidad debe ser </a:t>
            </a:r>
            <a:r>
              <a:rPr lang="en-US" sz="3200" b="1" i="0" u="none">
                <a:solidFill>
                  <a:schemeClr val="dk1"/>
                </a:solidFill>
                <a:latin typeface="Arial"/>
                <a:ea typeface="Arial"/>
                <a:cs typeface="Arial"/>
                <a:sym typeface="Arial"/>
              </a:rPr>
              <a:t>simple y automatizada</a:t>
            </a:r>
            <a:endParaRPr/>
          </a:p>
        </p:txBody>
      </p:sp>
      <p:pic>
        <p:nvPicPr>
          <p:cNvPr id="143" name="Google Shape;143;p28"/>
          <p:cNvPicPr preferRelativeResize="0"/>
          <p:nvPr/>
        </p:nvPicPr>
        <p:blipFill rotWithShape="1">
          <a:blip r:embed="rId3">
            <a:alphaModFix/>
          </a:blip>
          <a:srcRect/>
          <a:stretch/>
        </p:blipFill>
        <p:spPr>
          <a:xfrm>
            <a:off x="5291137" y="3398837"/>
            <a:ext cx="3852862" cy="2336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3f66aed0e54_0_10"/>
          <p:cNvSpPr txBox="1">
            <a:spLocks noGrp="1"/>
          </p:cNvSpPr>
          <p:nvPr>
            <p:ph type="title"/>
          </p:nvPr>
        </p:nvSpPr>
        <p:spPr>
          <a:xfrm>
            <a:off x="655637" y="627062"/>
            <a:ext cx="8145600" cy="838200"/>
          </a:xfrm>
          <a:prstGeom prst="rect">
            <a:avLst/>
          </a:prstGeom>
        </p:spPr>
        <p:txBody>
          <a:bodyPr spcFirstLastPara="1" wrap="square" lIns="82100" tIns="41050" rIns="82100" bIns="41050" anchor="b" anchorCtr="0">
            <a:noAutofit/>
          </a:bodyPr>
          <a:lstStyle/>
          <a:p>
            <a:pPr marL="0" lvl="0" indent="0" algn="l" rtl="0">
              <a:spcBef>
                <a:spcPts val="0"/>
              </a:spcBef>
              <a:spcAft>
                <a:spcPts val="0"/>
              </a:spcAft>
              <a:buNone/>
            </a:pPr>
            <a:r>
              <a:rPr lang="en-US"/>
              <a:t>Ejemplos</a:t>
            </a:r>
            <a:endParaRPr/>
          </a:p>
        </p:txBody>
      </p:sp>
      <p:graphicFrame>
        <p:nvGraphicFramePr>
          <p:cNvPr id="150" name="Google Shape;150;g3f66aed0e54_0_10"/>
          <p:cNvGraphicFramePr/>
          <p:nvPr/>
        </p:nvGraphicFramePr>
        <p:xfrm>
          <a:off x="300900" y="1988400"/>
          <a:ext cx="3000000" cy="3000000"/>
        </p:xfrm>
        <a:graphic>
          <a:graphicData uri="http://schemas.openxmlformats.org/drawingml/2006/table">
            <a:tbl>
              <a:tblPr>
                <a:noFill/>
                <a:tableStyleId>{6A1B3A77-38E8-4C3D-A7FD-36CBA68ED3E0}</a:tableStyleId>
              </a:tblPr>
              <a:tblGrid>
                <a:gridCol w="1394025">
                  <a:extLst>
                    <a:ext uri="{9D8B030D-6E8A-4147-A177-3AD203B41FA5}">
                      <a16:colId xmlns:a16="http://schemas.microsoft.com/office/drawing/2014/main" val="20000"/>
                    </a:ext>
                  </a:extLst>
                </a:gridCol>
                <a:gridCol w="6968925">
                  <a:extLst>
                    <a:ext uri="{9D8B030D-6E8A-4147-A177-3AD203B41FA5}">
                      <a16:colId xmlns:a16="http://schemas.microsoft.com/office/drawing/2014/main" val="20001"/>
                    </a:ext>
                  </a:extLst>
                </a:gridCol>
              </a:tblGrid>
              <a:tr h="485575">
                <a:tc>
                  <a:txBody>
                    <a:bodyPr/>
                    <a:lstStyle/>
                    <a:p>
                      <a:pPr marL="0" lvl="0" indent="0" algn="ctr" rtl="0">
                        <a:spcBef>
                          <a:spcPts val="0"/>
                        </a:spcBef>
                        <a:spcAft>
                          <a:spcPts val="0"/>
                        </a:spcAft>
                        <a:buNone/>
                      </a:pPr>
                      <a:r>
                        <a:rPr lang="en-US" b="1"/>
                        <a:t>Característica</a:t>
                      </a:r>
                      <a:endParaRPr b="1"/>
                    </a:p>
                  </a:txBody>
                  <a:tcPr marL="91425" marR="91425" marT="91425" marB="91425"/>
                </a:tc>
                <a:tc>
                  <a:txBody>
                    <a:bodyPr/>
                    <a:lstStyle/>
                    <a:p>
                      <a:pPr marL="0" lvl="0" indent="0" algn="ctr" rtl="0">
                        <a:spcBef>
                          <a:spcPts val="0"/>
                        </a:spcBef>
                        <a:spcAft>
                          <a:spcPts val="0"/>
                        </a:spcAft>
                        <a:buNone/>
                      </a:pPr>
                      <a:r>
                        <a:rPr lang="en-US" b="1"/>
                        <a:t>Ejemplo</a:t>
                      </a:r>
                      <a:endParaRPr b="1"/>
                    </a:p>
                  </a:txBody>
                  <a:tcPr marL="91425" marR="91425" marT="91425" marB="91425"/>
                </a:tc>
                <a:extLst>
                  <a:ext uri="{0D108BD9-81ED-4DB2-BD59-A6C34878D82A}">
                    <a16:rowId xmlns:a16="http://schemas.microsoft.com/office/drawing/2014/main" val="10000"/>
                  </a:ext>
                </a:extLst>
              </a:tr>
              <a:tr h="1004200">
                <a:tc>
                  <a:txBody>
                    <a:bodyPr/>
                    <a:lstStyle/>
                    <a:p>
                      <a:pPr marL="0" lvl="0" indent="0" algn="l" rtl="0">
                        <a:spcBef>
                          <a:spcPts val="0"/>
                        </a:spcBef>
                        <a:spcAft>
                          <a:spcPts val="0"/>
                        </a:spcAft>
                        <a:buNone/>
                      </a:pPr>
                      <a:r>
                        <a:rPr lang="en-US"/>
                        <a:t>Tolerancia a fallos</a:t>
                      </a:r>
                      <a:endParaRPr/>
                    </a:p>
                  </a:txBody>
                  <a:tcPr marL="91425" marR="91425" marT="91425" marB="91425"/>
                </a:tc>
                <a:tc>
                  <a:txBody>
                    <a:bodyPr/>
                    <a:lstStyle/>
                    <a:p>
                      <a:pPr marL="0" lvl="0" indent="0" algn="l" rtl="0">
                        <a:spcBef>
                          <a:spcPts val="0"/>
                        </a:spcBef>
                        <a:spcAft>
                          <a:spcPts val="0"/>
                        </a:spcAft>
                        <a:buNone/>
                      </a:pPr>
                      <a:r>
                        <a:rPr lang="en-US"/>
                        <a:t>Una empresa tiene dos enlaces a Internet con diferentes proveedores. Si el enlace principal falla, el tráfico se redirige automáticamente al enlace secundario, permitiendo que los usuarios continúen trabajando sin interrupciones.</a:t>
                      </a:r>
                      <a:endParaRPr/>
                    </a:p>
                  </a:txBody>
                  <a:tcPr marL="91425" marR="91425" marT="91425" marB="91425"/>
                </a:tc>
                <a:extLst>
                  <a:ext uri="{0D108BD9-81ED-4DB2-BD59-A6C34878D82A}">
                    <a16:rowId xmlns:a16="http://schemas.microsoft.com/office/drawing/2014/main" val="10001"/>
                  </a:ext>
                </a:extLst>
              </a:tr>
              <a:tr h="1004200">
                <a:tc>
                  <a:txBody>
                    <a:bodyPr/>
                    <a:lstStyle/>
                    <a:p>
                      <a:pPr marL="0" lvl="0" indent="0" algn="l" rtl="0">
                        <a:spcBef>
                          <a:spcPts val="0"/>
                        </a:spcBef>
                        <a:spcAft>
                          <a:spcPts val="0"/>
                        </a:spcAft>
                        <a:buNone/>
                      </a:pPr>
                      <a:r>
                        <a:rPr lang="en-US"/>
                        <a:t>Escalabilidad</a:t>
                      </a:r>
                      <a:endParaRPr/>
                    </a:p>
                  </a:txBody>
                  <a:tcPr marL="91425" marR="91425" marT="91425" marB="91425"/>
                </a:tc>
                <a:tc>
                  <a:txBody>
                    <a:bodyPr/>
                    <a:lstStyle/>
                    <a:p>
                      <a:pPr marL="0" lvl="0" indent="0" algn="l" rtl="0">
                        <a:spcBef>
                          <a:spcPts val="0"/>
                        </a:spcBef>
                        <a:spcAft>
                          <a:spcPts val="0"/>
                        </a:spcAft>
                        <a:buNone/>
                      </a:pPr>
                      <a:r>
                        <a:rPr lang="en-US"/>
                        <a:t>Una universidad amplía un edificio e instala 200 computadoras adicionales. La red ya estaba diseñada para admitir más switches y puntos de acceso, por lo que la expansión se realiza sin modificar la infraestructura principal.</a:t>
                      </a:r>
                      <a:endParaRPr/>
                    </a:p>
                  </a:txBody>
                  <a:tcPr marL="91425" marR="91425" marT="91425" marB="91425"/>
                </a:tc>
                <a:extLst>
                  <a:ext uri="{0D108BD9-81ED-4DB2-BD59-A6C34878D82A}">
                    <a16:rowId xmlns:a16="http://schemas.microsoft.com/office/drawing/2014/main" val="10002"/>
                  </a:ext>
                </a:extLst>
              </a:tr>
              <a:tr h="1004200">
                <a:tc>
                  <a:txBody>
                    <a:bodyPr/>
                    <a:lstStyle/>
                    <a:p>
                      <a:pPr marL="0" lvl="0" indent="0" algn="l" rtl="0">
                        <a:spcBef>
                          <a:spcPts val="0"/>
                        </a:spcBef>
                        <a:spcAft>
                          <a:spcPts val="0"/>
                        </a:spcAft>
                        <a:buNone/>
                      </a:pPr>
                      <a:r>
                        <a:rPr lang="en-US"/>
                        <a:t>Calidad de servicio (QoS)</a:t>
                      </a:r>
                      <a:endParaRPr/>
                    </a:p>
                  </a:txBody>
                  <a:tcPr marL="91425" marR="91425" marT="91425" marB="91425"/>
                </a:tc>
                <a:tc>
                  <a:txBody>
                    <a:bodyPr/>
                    <a:lstStyle/>
                    <a:p>
                      <a:pPr marL="0" lvl="0" indent="0" algn="l" rtl="0">
                        <a:spcBef>
                          <a:spcPts val="0"/>
                        </a:spcBef>
                        <a:spcAft>
                          <a:spcPts val="0"/>
                        </a:spcAft>
                        <a:buNone/>
                      </a:pPr>
                      <a:r>
                        <a:rPr lang="en-US"/>
                        <a:t>Durante una videoconferencia, la red da prioridad al tráfico de voz y video sobre las descargas de archivos. Aunque varios usuarios estén descargando documentos, la llamada se mantiene fluida y sin interrupciones.</a:t>
                      </a:r>
                      <a:endParaRPr/>
                    </a:p>
                  </a:txBody>
                  <a:tcPr marL="91425" marR="91425" marT="91425" marB="91425"/>
                </a:tc>
                <a:extLst>
                  <a:ext uri="{0D108BD9-81ED-4DB2-BD59-A6C34878D82A}">
                    <a16:rowId xmlns:a16="http://schemas.microsoft.com/office/drawing/2014/main" val="10003"/>
                  </a:ext>
                </a:extLst>
              </a:tr>
              <a:tr h="1004200">
                <a:tc>
                  <a:txBody>
                    <a:bodyPr/>
                    <a:lstStyle/>
                    <a:p>
                      <a:pPr marL="0" lvl="0" indent="0" algn="l" rtl="0">
                        <a:spcBef>
                          <a:spcPts val="0"/>
                        </a:spcBef>
                        <a:spcAft>
                          <a:spcPts val="0"/>
                        </a:spcAft>
                        <a:buNone/>
                      </a:pPr>
                      <a:r>
                        <a:rPr lang="en-US"/>
                        <a:t>Seguridad</a:t>
                      </a:r>
                      <a:endParaRPr/>
                    </a:p>
                  </a:txBody>
                  <a:tcPr marL="91425" marR="91425" marT="91425" marB="91425"/>
                </a:tc>
                <a:tc>
                  <a:txBody>
                    <a:bodyPr/>
                    <a:lstStyle/>
                    <a:p>
                      <a:pPr marL="0" lvl="0" indent="0" algn="l" rtl="0">
                        <a:spcBef>
                          <a:spcPts val="0"/>
                        </a:spcBef>
                        <a:spcAft>
                          <a:spcPts val="0"/>
                        </a:spcAft>
                        <a:buNone/>
                      </a:pPr>
                      <a:r>
                        <a:rPr lang="en-US"/>
                        <a:t>Una empresa utiliza un firewall, autenticación de usuarios y cifrado de la red inalámbrica (WPA3). Además, solo el personal autorizado puede acceder a los servidores mediante credenciales y permisos específicos.</a:t>
                      </a:r>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theme/theme1.xml><?xml version="1.0" encoding="utf-8"?>
<a:theme xmlns:a="http://schemas.openxmlformats.org/drawingml/2006/main" name="1_PPT-TMPLT-WHT_C">
  <a:themeElements>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PT-TMPLT-WHT_C">
  <a:themeElements>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1103</Words>
  <Application>Microsoft Office PowerPoint</Application>
  <PresentationFormat>Presentación en pantalla (4:3)</PresentationFormat>
  <Paragraphs>98</Paragraphs>
  <Slides>11</Slides>
  <Notes>11</Notes>
  <HiddenSlides>0</HiddenSlides>
  <MMClips>0</MMClips>
  <ScaleCrop>false</ScaleCrop>
  <HeadingPairs>
    <vt:vector size="6" baseType="variant">
      <vt:variant>
        <vt:lpstr>Fuentes usadas</vt:lpstr>
      </vt:variant>
      <vt:variant>
        <vt:i4>2</vt:i4>
      </vt:variant>
      <vt:variant>
        <vt:lpstr>Tema</vt:lpstr>
      </vt:variant>
      <vt:variant>
        <vt:i4>2</vt:i4>
      </vt:variant>
      <vt:variant>
        <vt:lpstr>Títulos de diapositiva</vt:lpstr>
      </vt:variant>
      <vt:variant>
        <vt:i4>11</vt:i4>
      </vt:variant>
    </vt:vector>
  </HeadingPairs>
  <TitlesOfParts>
    <vt:vector size="15" baseType="lpstr">
      <vt:lpstr>Arial</vt:lpstr>
      <vt:lpstr>Noto Sans Symbols</vt:lpstr>
      <vt:lpstr>1_PPT-TMPLT-WHT_C</vt:lpstr>
      <vt:lpstr>PPT-TMPLT-WHT_C</vt:lpstr>
      <vt:lpstr>Viviendo en un Mundo Céntrico en Red</vt:lpstr>
      <vt:lpstr>Objetivos</vt:lpstr>
      <vt:lpstr>Elementos básicos para crear una red</vt:lpstr>
      <vt:lpstr>Rol de las redes de datos, Componentes, y retos</vt:lpstr>
      <vt:lpstr>Características de la Arquitectura de Red</vt:lpstr>
      <vt:lpstr>Características de la Arquitectura de Red</vt:lpstr>
      <vt:lpstr>Tolerancia a fallos</vt:lpstr>
      <vt:lpstr>Características de la Arquitectura de Red</vt:lpstr>
      <vt:lpstr>Características de la Arquitectura de Red</vt:lpstr>
      <vt:lpstr>Características de la Arquitectura de Red</vt:lpstr>
      <vt:lpstr>Ejemplos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Viviendo en un Mundo Céntrico en Red</dc:title>
  <dc:creator>CLI</dc:creator>
  <cp:lastModifiedBy>QTZ_A230</cp:lastModifiedBy>
  <cp:revision>1</cp:revision>
  <dcterms:created xsi:type="dcterms:W3CDTF">2002-08-27T12:04:17Z</dcterms:created>
  <dcterms:modified xsi:type="dcterms:W3CDTF">2026-08-05T15:08:02Z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Jenita Bangloy">
    <vt:lpwstr>12.21.01 - Copyright date changed to 2002</vt:lpwstr>
  </property>
  <property fmtid="{D5CDD505-2E9C-101B-9397-08002B2CF9AE}" pid="3" name="Jenita ">
    <vt:lpwstr>12.21.01 - Line tool now defaults to 3 points size and black color. Previous version created white line which is not visible</vt:lpwstr>
  </property>
  <property fmtid="{D5CDD505-2E9C-101B-9397-08002B2CF9AE}" pid="4" name="JBangloy">
    <vt:lpwstr>12.21.01 - All remaining Helvetica changed to Arial</vt:lpwstr>
  </property>
</Properties>
</file>